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2" d="100"/>
          <a:sy n="42" d="100"/>
        </p:scale>
        <p:origin x="33" y="4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第一章习题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1.5.10,  1.5.11 </a:t>
            </a:r>
            <a:r>
              <a:rPr lang="zh-CN" altLang="en-US"/>
              <a:t>，</a:t>
            </a:r>
            <a:r>
              <a:rPr lang="en-US" altLang="zh-CN"/>
              <a:t>1.6.4</a:t>
            </a:r>
            <a:r>
              <a:rPr lang="zh-CN" altLang="en-US"/>
              <a:t>，</a:t>
            </a:r>
            <a:r>
              <a:rPr lang="en-US" altLang="zh-CN"/>
              <a:t> 1.7.3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90" y="2998934"/>
            <a:ext cx="11863070" cy="1231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765" y="4230834"/>
            <a:ext cx="4468495" cy="26467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401" y="94766"/>
            <a:ext cx="4659630" cy="29595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70" y="95381"/>
            <a:ext cx="6543675" cy="2936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19" y="707552"/>
            <a:ext cx="4607560" cy="271114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19" y="145577"/>
            <a:ext cx="8429625" cy="561975"/>
          </a:xfrm>
          <a:prstGeom prst="rect">
            <a:avLst/>
          </a:prstGeom>
        </p:spPr>
      </p:pic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78428" y="3429598"/>
            <a:ext cx="8943975" cy="5510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749" y="3987106"/>
            <a:ext cx="4959985" cy="2823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宽屏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主题</vt:lpstr>
      <vt:lpstr>第一章习题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第一章习题</dc:title>
  <dc:creator>e430</dc:creator>
  <cp:lastModifiedBy>lishan liu</cp:lastModifiedBy>
  <cp:revision>10</cp:revision>
  <dcterms:created xsi:type="dcterms:W3CDTF">2020-03-02T13:22:00Z</dcterms:created>
  <dcterms:modified xsi:type="dcterms:W3CDTF">2026-03-06T11:40:12Z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EEFCBA39F3A447548543C9ACB97C59CE_12</vt:lpwstr>
  </property>
</Properties>
</file>