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04" autoAdjust="0"/>
  </p:normalViewPr>
  <p:slideViewPr>
    <p:cSldViewPr>
      <p:cViewPr>
        <p:scale>
          <a:sx n="64" d="100"/>
          <a:sy n="64" d="100"/>
        </p:scale>
        <p:origin x="-1554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0T02:31:00.2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13122 6400,'0'0,"0"-25,0-25,-25 50,0-49,25-1,-24 25,-1-24,-25 24,50 0,-25 25,1-25,-1 0,25 1,-25 24,0 0,0 0,1 0,-1 0,-25 0,25 0,-24 0,-1 0,25 24,1-24,-1 0,0 25,25 0,-50-25,50 25,-25-25,25 25,-24-1,-1-24,25 25,-25-25,25 25,0 0,0 0,-25-1,0-24,25 25,0 0,0 25,0-26,0 1,-24 0,24 25,0-1,0-24,0 0,0 0,0-1,0 1,0 0,0 49,0-49,0 0,0 0,0 25,0-1,0-24,0 0,0 49,0-49,0 0,0 24,0-24,0 25,0-25,0-1,24 26,-24 0,25-26,0 26,-25-25,25 0,-25-1,25 1,-25 0,49 25,-49-26,25 1,-25 25,50-25,-50-1,25-24,-1 25,1 0,0 0,0 0,0-1,-1-24,26 0,-25 0,0 25,-1-25,1 0,25 0,-1 0,-24 0,0 0,0 0,-25-25,49 1,-24 24,0-25,0-25,0 50,-25-25,24 1,1 24,-25-25,0 0,0-25,0 26,0-1,25 25,-25-50,0 25,0-24,0 24,0 0,0-24,25 24,-25 0,0-25,25 26,-25-1,0 0,0-25,0 26,0-1,0 0,0 0,0 0,0 1,0-1,0 0,0 0,0 0,0 1,0-1,0 0,0 0,0 0,0 0,0 1,0-1,0 0,0 0,0 0,0 1,0-1,0 0,0 0,0 0,0 1,0-1,-25 25,0-50,25 25,-25 25,25-24</inkml:trace>
  <inkml:trace contextRef="#ctx0" brushRef="#br0" timeOffset="4448.1409">17463 5953,'74'0,"1"0,-26 0,26 0,-26 0,1 0,-25 0,24 0,1 0,0 0,24 0,-24 0,-1 0,26-25,-26 25,1 0,-1 0,-24-24,0 24,0 0,-25-25,25 25,-1 0,1 0,0 0,0 0,0 0,-1 0,1 0,-25 25,0-1,0 1,0 25,0-25,0-1,0 1,0 0,0 0,0 24,0-24,0 0,0 0,0 24,0-24,0 0,0 0,0 0,0 24,0-24,0 0,0 0,0 24,0-24,0 0,0 0,0-1,0 1</inkml:trace>
  <inkml:trace contextRef="#ctx0" brushRef="#br0" timeOffset="5279.6396">18455 6821,'0'75,"0"-26,0 1,0 0,0 24,25 25,-25-49,0 24,0-49,25 25,-25-1,24-24,-24 25,25-26,-25 26,25-50,-25 25,0 0,0-1,0 1,0 25,0-25,-25-50,25 0</inkml:trace>
  <inkml:trace contextRef="#ctx0" brushRef="#br0" timeOffset="7088.058">18505 6796,'24'0,"1"-24,25 24,-1 0,1 0,-25 0,24 0,26 0,-50 0,0 0,-1 0,1 0,0 0,0 0,0 0,-25 24,0 1,0 25,-25 0,25-26,0 26,0-25,0 0,0-1,0 51,0-50,0-1,0 1,0 0,0 0,0 24,0-24,0 0,0 25,0-26,0 1,0 0,0 0,0 24,0-24,0 0,0 0,-25-25,0 0,0 0,1 0,-1 0,0 0,0 0,0 0,0 0,1 0,-26 0,25 0,0 0,1 0,-1 0,0 0,0 0</inkml:trace>
  <inkml:trace contextRef="#ctx0" brushRef="#br0" timeOffset="8472.3455">18703 7714,'25'25,"-25"0,0 0,0-1,0 1,0 0,0 0,0 0,0-1,0 1,0 0,0 0,0 0,0 0,0-1,0 1</inkml:trace>
  <inkml:trace contextRef="#ctx0" brushRef="#br0" timeOffset="9647.7446">17463 8235,'25'0,"49"0,0 0,26 0,-51-25,51 25,-26-24,0 24,26 0,-51 0,26 0,-26 0,26 0,-1 0,0 0,1 0,-26 0,26 0,24 0,-24 0,24 0,-25 0,25 0,1 0,-1 0,0 0,25 0,-25 0,0 0,-24 0,24 0,-24 0,-1 0,-24-25,24 25,-24 0,24 0,0 0,1 0,-26 0,1 0,-25 0,0 0,49 0,-49 0,0 0,24 0,1 0,-25 0,0 0,-1 0,1 0,-25-25</inkml:trace>
  <inkml:trace contextRef="#ctx0" brushRef="#br0" timeOffset="11169.1512">19993 7193,'0'25,"25"0,-25 0,0 0,0 24,0 1,0-1,0 1,0-25,0 49,0-24,0-1,0-24,25 25,-25-1,0-24,24 0,-24 0,0 0,0-1,0 1,0 0,0 0,0 0,0 0,25-1</inkml:trace>
  <inkml:trace contextRef="#ctx0" brushRef="#br0" timeOffset="12830.4172">19993 6474,'25'0,"-25"25,0 0,-25-1,0 26,0-50,-24 50,24-50,0 24,-25 1,26 0,-1 0,0-25,-25 25,26-25,-1 24,0 1,0 0,0-25,25 25,0 0,0 0,25-25,-25 24,25 1,25-25,-50 25,24-25,1 25,25 0,-50-1,49-24,-24 50,0-50,0 50,0-50,0 49,24-49,-49 25,25-25</inkml:trace>
  <inkml:trace contextRef="#ctx0" brushRef="#br0" timeOffset="14112.4908">20018 6548,'0'-24,"25"24,24 0,-49 24,25-24,0 50,0-50,24 50,1-26,-25 1,24 0,1 0,-1 0,-24-1,25 1,-25-25,24 25,-49 0,25-25,0 0,-25 25,0 24,-25-24,-25-25,26 25,-26 0,0 0,26-1,-1 1,-25-25,1 25,24 0,-25-25,25 25,1-25,-1 0,-25 24</inkml:trace>
  <inkml:trace contextRef="#ctx0" brushRef="#br0" timeOffset="15316.7178">19621 6995,'0'-25,"25"0,24 25,50 0,1 0,-1-24,-25-1,1 25,-26 0,1-25,-25 25,0 0,-1 0,26 0,-25 0,24 0,-49-25,25 25,0 0,0 0,0 0,-1 0</inkml:trace>
  <inkml:trace contextRef="#ctx0" brushRef="#br0" timeOffset="17616.4281">19993 6548,'-25'0,"25"-24,0-1,0 0,0-25,0 26,0-26,0 25,0-24,0-1,0 0,-25 1,25 24,0-25,0 26,0-1,0 0,0 0,0 0,0 1,0-1,0 0,0 0,0 0,0 0,0 1,0-1,25 25,25 0,-1 0,26 0,-26 0,1 0,0 0,24 0,-24 0,-1 0,1 0,-25 0,-1 0,1 0,25 0,-25 0,24 25,1-25,24 0,26 0,-1 0,25 0,-50 0,25 0,-49 0,0 0,-1 0,-24 0,0 0,0 0,-1 0,1 0,0 0,25 0,-26 0,1 0,50 0,-51 0,26 0,0 0,-26 0,1 0,0 0,0 0,0 0,0 0</inkml:trace>
  <inkml:trace contextRef="#ctx0" brushRef="#br0" timeOffset="18786.7153">17488 5631,'49'0,"50"0,-24 0,-1 0,1 0,-26 0,-24 0,0 0,0 0,0 0,-1 0,26 0,-25 0,24 24,-24-24,0 0,0 0</inkml:trace>
  <inkml:trace contextRef="#ctx0" brushRef="#br0" timeOffset="19727.8001">18133 5407,'0'25,"0"0,24-25,-24 25,25-25,0 0,0 25,0-25,-25 24,24 1,1-25,0 0,-25 25,0 0,0 24,-25-24,0 0,-24 0,-1 0,25-1,-24-24,24 25,0-25,0 25,1-25,-1 0</inkml:trace>
  <inkml:trace contextRef="#ctx0" brushRef="#br0" timeOffset="20690.2368">17264 4837,'0'-25,"25"25,0 25,0-25,0 25</inkml:trace>
  <inkml:trace contextRef="#ctx0" brushRef="#br0" timeOffset="21464.0861">17413 5035,'0'25,"0"25,0-1,0-24,0 25,0-25,0-1,0 1,0 0,0 0,0 0,0-1,0 1,0 0,0 0</inkml:trace>
  <inkml:trace contextRef="#ctx0" brushRef="#br0" timeOffset="23316.7677">17612 5085,'0'25,"0"0,0-1,0 1,0 0,0 25,0-26,0 1,0 0,0 0,0 0,0-1,24-24,-24-24,25-26,0 25,0 25,0 0,0 0,-1 0,1 0,0 0,0 0,0 0,-25 25,24 0,-24 0,0-1,0 1,0 0,0 0,-24 0,24-1,-25-24,-25 25,25-25,1 0,-1 0,0-49,25 24,25 0</inkml:trace>
  <inkml:trace contextRef="#ctx0" brushRef="#br0" timeOffset="25736.3189">20315 5457,'50'0,"49"0,50-25,0 0,-50 1,25 24,0-25,-49 0,-26 25,-24 0,25 0,-26 0,1 0,0 0,0 0,0 0,-1 0,1-25</inkml:trace>
  <inkml:trace contextRef="#ctx0" brushRef="#br0" timeOffset="26839.6462">20489 5308,'-25'0,"0"25,1 0,24 0,-25-25,25 24,-25-24,0 0,0 25,-24 0,24-25,0 25,0-25,1 25,48-1,1-24,25 25,-25-25,24 0,1 25,-1 0,-24-25,25 0,-1 25,1-25,0 0,-1 0,1 0,-25 0,-1 0,1 0</inkml:trace>
  <inkml:trace contextRef="#ctx0" brushRef="#br0" timeOffset="27552.7054">20737 4762</inkml:trace>
  <inkml:trace contextRef="#ctx0" brushRef="#br0" timeOffset="28359.7951">20811 4887,'0'24,"0"1,0 0,0 0,0 24,0-24,0 0,0 0,0 0,0-1</inkml:trace>
  <inkml:trace contextRef="#ctx0" brushRef="#br0" timeOffset="29688.5237">21184 5085,'0'-25,"0"0,-25 25,0 0,0-24,0 24,1 0,-1 0,0 0,-25 24,50 1,-24-25,24 25,-25-25,25 25,0 0,0-1,0 1,0 0,0 0,0 0,25-25,-25 24,49-24,-24 25,25-25,-26 0,1 0,0 0,25 0,-26 0,1 0,0 0,0 0</inkml:trace>
  <inkml:trace contextRef="#ctx0" brushRef="#br0" timeOffset="32215.9589">20043 8037,'24'0,"-24"25,0-1,0 1,0 0,0 0,0 0,0-1,25 26,-25-25,0 0,0-1,0 1,25-25,-25 25,0 0,0 24,0-24</inkml:trace>
  <inkml:trace contextRef="#ctx0" brushRef="#br0" timeOffset="33232.1345">19695 8533,'25'0,"0"0,0 0,24 0,-24 0,25 0,-25 0,-1 0,51 0,-50 0,-1 0,1 0,25 0,-1 0,-24 0,0 0,0 0,0 0,-1 0,1 0,0 0,0 0,0 0,-1-25,1 25,0 0,0 0,0-25,-50 25</inkml:trace>
  <inkml:trace contextRef="#ctx0" brushRef="#br0" timeOffset="34926.8384">16992 6276,'49'0,"1"0,24 0,-24 0,-25 0,-1 0,26 0,-25 0,0 0,-1 0,1 0,25 24</inkml:trace>
  <inkml:trace contextRef="#ctx0" brushRef="#br0" timeOffset="35585.3258">17190 6052,'0'25,"0"25,0-25,0 24,0-24,0 0,0 0,0-1,0 1,0 0,0 0,0 0</inkml:trace>
  <inkml:trace contextRef="#ctx0" brushRef="#br0" timeOffset="36712.3803">17165 7962,'25'0,"25"0,-1 0,-24 0,49 0,1 0,-26 0,1 0,0-25,-26 25,1 0,0 0,0 0,0 0</inkml:trace>
  <inkml:trace contextRef="#ctx0" brushRef="#br0" timeOffset="38642.009">17116 6424,'0'25,"0"0,0 0,0 0,0-1,0 1,0 0,0 0,0 0,0-1,0 1,0 0,0 0,0 0,0-1,0 1,0 0,0 0,0 0,0 0,0-1,0 1,24 0,1-25,-25 50,25-50,0 24,0-24,-1 0,1 0,0 0,0 0,24-24,-24-1,0 0,0 0,-25 0,25 1,-25-26,0 25,0 0,0 0,0 1,0-1,0 0,0 0,0 0,0 1,0-1,0 0,0 0,24 0,-24 1,0-1,0 0,25 25,-25 25,0 0,0 24,0-24,0 25,0-26,0 1,25 0,-25 0,0 0,25 24,-25 1,0-25,0 0,0-1,25 1,-25 0,0 0,24 0</inkml:trace>
  <inkml:trace contextRef="#ctx0" brushRef="#br0" timeOffset="39856.5142">17785 6573,'0'50,"0"-25,0-1,0 1,0 0,0 0,0 0,0 24,0-24,0 0,0 0,0 0,0-50,0 0,25 25,0 0,0 0,24 0,-49 25,25 0,-25-1,0 1,0 0,0 0,0 0,-25-25,1 0,-26 49,25-49,-24 25,24 0,0-25,0 0,0-25,25 0,0 0,0 1,0-1,0 0,0 0,0 0</inkml:trace>
  <inkml:trace contextRef="#ctx0" brushRef="#br0" timeOffset="41177.1872">18009 6871,'24'0,"1"0,0 0,0 0,0 0,-25-25,0 0,0 0,0 1,0-1,-25 25,0-25,25 50,-25 0,25-1,0 26,0 0,0-25,0-1,0 1,0 0,0 0,0 0,25-1,0-24,0 0,24 0,-24 0,0 0,0 0,-1 0,1 0</inkml:trace>
  <inkml:trace contextRef="#ctx0" brushRef="#br0" timeOffset="43099.6409">22027 6127,'25'0,"0"0,-1 0,26 0,-25 0,0 0,-1 0,1 0,0 0</inkml:trace>
  <inkml:trace contextRef="#ctx0" brushRef="#br0" timeOffset="43734.7033">22101 6003,'0'25,"0"-1,0 1,0 0,0 25,0-26,0 26,0-25,0 0,0-1,0 1,0 0,0 0,0 0,0-1,0 1</inkml:trace>
  <inkml:trace contextRef="#ctx0" brushRef="#br0" timeOffset="45056.7017">22002 8062,'75'-25,"-1"0,-24 25,-1-25,26 0,-1 25,-49 0,0-25,24 1,-24 24,0 0</inkml:trace>
  <inkml:trace contextRef="#ctx0" brushRef="#br0" timeOffset="46536.5778">22052 7045,'0'24,"0"1,0 0,0 25,0-26,0 1,0 0,0 25,0-26,0 26,0-25,0 0,0-1,0 1,25 0,-25 0,24-25,-24 25,50-25,-25 0,0 0,-1 0,1 0,0-50,0 25,-25 0,0-24,0 24,25 0,-25-24,24 49,-24-25,0-25,0 1,0 24,0 0,0 0,0 0,0 1,0 48,0 1,0 0,0 0,0 24,0 1,0 0,0-26,0 26,0-25,0 49,0-49,0 0,25 0,-25-1,25 1,0-25,-25 25,25-25,-1 0,1-25</inkml:trace>
  <inkml:trace contextRef="#ctx0" brushRef="#br0" timeOffset="47415.0208">22796 7293,'-25'0,"0"0,25-25,-25 25,1 0,-1 0,0 0,0 0,0 0,1 0,-1 0,0 49,25-24,0 0,0 0,0 0,0-1,0 1,0 0,0 25,25-26,0 26,-1-25,1 0,-25-1,50-24,-25 0,-1 0,1 0,0 0,-25-24</inkml:trace>
  <inkml:trace contextRef="#ctx0" brushRef="#br0" timeOffset="48546.2241">22821 7516,'24'0,"1"0,0 0,0 0,0 0,-1 0,1 0,0 0,0 0,0-25,-25 0,0-24,0 24,0 0,0-25,-25 50,0 0,0 0,0 0,1 0,24 25,0 0,0 0,0 0,0-1,0 1,0 0,0 0,0 0,0-1,0 1,0 0,0 0,24-25,1 0,0 0,25 0,-50 25,25-25,24 0,-24 0,0 0,0 0,-1 0,1 0,0 0,0 0,0 0</inkml:trace>
  <inkml:trace contextRef="#ctx0" brushRef="#br0" timeOffset="52087.8756">18827 6325,'0'25,"25"0,-25 0,25-1,-25 1,0 0,0 0,0 0,25-1,-25 1,0 0,0 0,0-50,0 0,0 0,0 1,0-1,0 0,0 0,0 0,0 1,0-1,0 0,24 0,1 25,0 0,0-25</inkml:trace>
  <inkml:trace contextRef="#ctx0" brushRef="#br0" timeOffset="53480.4455">19050 6375,'25'25,"-25"-1,0 26,0-25,0 0,0-1,0 1,0 0,0 0,25-25,0 0,0 0,-1 0,-24 25,25-25,0 24,-25 1,0 0,0 0,0 0,-25-25,0 0,1 0,-1 0,0 0,0-25,25 0,0 0,0 0</inkml:trace>
  <inkml:trace contextRef="#ctx0" brushRef="#br0" timeOffset="54839.7617">19298 6598,'25'25,"-25"0,25-25,0 0,0 0,-1 0,1 0,-25-25,0 0,0 0,0 0,0 1,-25 24,1 0,-1 0,25 24,0 1,0 0,0 0,0 0,0-1,0 1,25 25,-1-25,1-25,0 0,0 0,0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0T03:46:05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3919 3225,'0'-25,"0"0,0 50,0 0,0-1,50-24,-25 0,-25-24,0-1,-25 25,0 0</inkml:trace>
  <inkml:trace contextRef="#ctx0" brushRef="#br0" timeOffset="828.8118">3696 3522,'25'0,"0"0,0 25,-25 0,0 24,24-24,-24 0,0 50,0-51,25-24,-25 50,0-25,0 0,0-1,0 1,0 0,25 0,-25 0</inkml:trace>
  <inkml:trace contextRef="#ctx0" brushRef="#br0" timeOffset="2651.083">3795 3547,'0'-25,"50"25,-25 0,0 0,-1 0,26 0,-25 25,0-25,-25 25,25-25,-25 25,24-25,-24 24,0 1,0 0,0 0,0 0,0 0,0-1,0 1,-24-25,-1 0,0 0,0 0,0 25,50-25,0 0,0 0,0 0,-1 0,-24 25,25-25,0 0,-25 25,25-25,0 24,-25 1,0 0,0 0,0 0,0-1,0 1,-25-25,25 25,-25-25,25 25,-25-25,25 25,-25-25,1 0,-1 0,0 0,0 0,0 0,0 0,1 0,-1 0,0 0,0 0,0-25,25 0</inkml:trace>
  <inkml:trace contextRef="#ctx0" brushRef="#br0" timeOffset="9457.3688">16371 5531,'-49'0,"49"25,0 0,0 0,25-25,-1 0,1 0,0 0,-25 25</inkml:trace>
  <inkml:trace contextRef="#ctx0" brushRef="#br0" timeOffset="14330.6493">6598 1960,'0'49,"0"-24,0-75,0 26,-24 24,-1 0,0 0,0 24,25 1,0 0,0 0,0 0,0-1,25-24,0 0,0 0,-1 0,1 0,-25-24,0-1,0 0,0 0,-25 0,1 25,-1 0,25 25,49-25,-24 0,0 0</inkml:trace>
  <inkml:trace contextRef="#ctx0" brushRef="#br0" timeOffset="16100.2513">6871 2456,'-25'0,"1"0,-1 0,25 24,0 1,0 0,0 0,0 0,0-1,0 1,0 0,0 25,25-25,-1-1,1-24,25 0,-25 0,-1 0,1 0,0 0,0 0,-25-24,25 24,-1-25</inkml:trace>
  <inkml:trace contextRef="#ctx0" brushRef="#br0" timeOffset="19903.3638">6797 5482,'0'-25,"25"25,24 0,-24 0,0 0,24 25,-24-25,0 0,0 0,-50 25,-25-25,26 0,-1 24,0-24,0 0,0 0,1 0,-1 0,0 0,0 0,25 25,0 0,0 0,0 0,0 24,25-24,-25 0,0 0,25-1,0 1,-25 0,0 0,0 0,0 0,24 24,-24-24,0 0,25-25,0 0,0 0,24 0,-24 0,0 0,0 0,0 0,-1 0,1 0</inkml:trace>
  <inkml:trace contextRef="#ctx0" brushRef="#br0" timeOffset="20822.6424">6871 5829,'0'-25,"25"0,0 25,24 0,1 0,-25-24,24-1,1 25,-25 0,0-25</inkml:trace>
  <inkml:trace contextRef="#ctx0" brushRef="#br0" timeOffset="28286.6124">16198 8558,'0'-25,"0"0,0 0,0 50,0 0,0-50,0 0,-25 25,0 0,25 25,0 0,0 0,25-25,0 0,24 0,-24 0,0 0,0 0</inkml:trace>
  <inkml:trace contextRef="#ctx0" brushRef="#br0" timeOffset="29195.9161">15975 9475,'124'-24,"-25"24,-25-25,-24 25,-1 0,-24 0,0 0</inkml:trace>
  <inkml:trace contextRef="#ctx0" brushRef="#br0" timeOffset="29759.0877">16099 9128,'0'25,"0"0,0 0,0-1,0 1,0 25,0-25,0-1,24 26,-24-25,25 24,-25-24,0 0,0 0,0 24,0-24,0 0</inkml:trace>
  <inkml:trace contextRef="#ctx0" brushRef="#br0" timeOffset="30983.1311">16297 9029,'0'74,"0"-49,0 0,0 25,0-1,0 1,0-1,0-24,0 0,0 49,0-49,0 0,25 25,0-26,-25 1,24 0,-24 0,50-25,0-25,-26 25,-24-25,25 0,0-24,-25 24,0 0,25-49,0 24,-25 1,0-1,0 0,0 26,0-1,0-25,0 25,0 1,0-1,0-25,0 75,0 0,0 49,0-49,0 25,0-1,0-24,0 49,0-24,0 0,0-1,0-24,0 25,0-26,24-24,1 50,-25-25,25-25,0 0,25 0</inkml:trace>
  <inkml:trace contextRef="#ctx0" brushRef="#br0" timeOffset="31814.2612">17041 9351,'-25'0,"1"0,-1 0,0 0,0 0,0 0,1 0,-1 25,0 0,25 0,0 0,0-1,0 1,0 0,0 0,0 0,0-1,0 1,0 0,0 0,25-25,0 0,-1 0,1 0,0 0,0 0,0 0,-25-25,24 0,1 25,0-49</inkml:trace>
  <inkml:trace contextRef="#ctx0" brushRef="#br0" timeOffset="32630.3639">17240 9302,'-50'0,"25"0,25 25,-25-1,25 1,-24-25,-1 25,25 25,0-26,0 1,0 0,0 0,0 0,0-1,0 1,0 0,25-25,-1 0,1 0,0 0,0 0,0 0,-1 0,26 0,-25 0,0 0</inkml:trace>
  <inkml:trace contextRef="#ctx0" brushRef="#br0" timeOffset="37673.5609">21134 8632,'0'-25,"0"0,0 1,0-1,0 0,-25 25,0 0,1 25,-1-25,25 25,0-1,0 1,25-25,-1-25,-24 1,0-1,25 0</inkml:trace>
  <inkml:trace contextRef="#ctx0" brushRef="#br0" timeOffset="38446.3597">21283 8086,'49'0,"26"0,-1 0,1 0,-51 0,1 0</inkml:trace>
  <inkml:trace contextRef="#ctx0" brushRef="#br0" timeOffset="39031.8324">21456 7838,'0'25,"0"0,0 0,0 24,0-24,0 0,0 25,0-26,0 1,0 0,0 25,0-26,0 26,-24-50,24 25,0 0,0-1,0 1,0 0,0 0,0 0</inkml:trace>
  <inkml:trace contextRef="#ctx0" brushRef="#br0" timeOffset="40214.3735">21680 7888,'24'0,"-24"25,0-1,0 1,0 0,0 0,0 25,-24-26,24 1,0 25,0-25,0-1,0 26,0-25,0 0,0-1,0 1,0 0,0 0,24-25,1 0,0 0,0 0,0 0,-1 0,1-25,25-25,-50 26,25-1,-25-25,24 25,-24-24,25 24,-25-25,25 26,-25-1,0 0,0 0,0 0,0 0,0 1,0 48,0 1,0 0,0 25,0-25,0 24,0-24,0 0,0 0,0-1,0 1,0 0,0 0,0 24,0-24,0 0,0 0,25 0,25-25</inkml:trace>
  <inkml:trace contextRef="#ctx0" brushRef="#br0" timeOffset="41048.0275">22300 8235,'0'-25,"0"1,-25 24,0 0,0 0,1 0,-1 0,0 24,25 1,0 0,-25 0,25 0,0-1,0 1,0 0,0 0,25 0,0-1,0 1,-1-25,1 0,0 0</inkml:trace>
  <inkml:trace contextRef="#ctx0" brushRef="#br0" timeOffset="42256.2518">22523 8310,'0'-25,"0"0,0 0,-25 25,-24 0,49 25,0 0,0 24,0-24,-25 25,25-25,0-1,0 1,0 0,0 0,25-25,-1 25,26-25,-25 0,0 24,-1-24,1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0T03:47:18.0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2803 5110,'0'25,"-25"24,25-24,-24 0,24 24,0 1,0-25,0 0,0 24,-25-24,25 0,0 0,0-1,-25 1,25 0,-25-25</inkml:trace>
  <inkml:trace contextRef="#ctx0" brushRef="#br0" timeOffset="1960.3466">2853 5184,'25'0,"-1"0,1 0,-25 25,25-25,-25 25,25-25,-25 25,25-1,-25 1,0 0,0 0,-25 0,0-1,0 1,25 0,-49-25,49 25,0-50,24 25,1 0,25 0,-25 0,0 25,-1-25,1 25,-25-1,0 1,0 0,0 0,-25 0,1-25,-1 24,0-24,0 25,-25-25,26 25,-1-25,0 25,0-25,0 0,1 0,-1-25,25 0,-25 25,25-25,-25 1,25-1,0 0</inkml:trace>
  <inkml:trace contextRef="#ctx0" brushRef="#br0" timeOffset="3889.7421">5532 3522,'-25'25,"25"0,0 0,0-1</inkml:trace>
  <inkml:trace contextRef="#ctx0" brushRef="#br0" timeOffset="5001.7729">5953 3175,'0'-25,"-24"50,-1-25,0 25,0 0,25-1,-25-24,1 25,24 0,0 25,-25-50,25 24,0 1,0 0,0 0,0 0,0-1,25 1,-1-25,1 0,0 0,25 0,-26 0,1 0,0 0</inkml:trace>
  <inkml:trace contextRef="#ctx0" brushRef="#br0" timeOffset="7824.5315">5631 7640,'25'0,"0"0,24 0,-24 25,0-1,-25 1,0 0,-25-25,0 0,0 0,1 25,-1-25,0 0</inkml:trace>
  <inkml:trace contextRef="#ctx0" brushRef="#br0" timeOffset="8536.038">5606 7764,'0'25,"0"-1,25 1,-25 0,0 0,0 0,25-25,-25 24,25-24,-1 0,1 0,25 25,-1-25,-24 0,0 0,0 0</inkml:trace>
  <inkml:trace contextRef="#ctx0" brushRef="#br0" timeOffset="9375.1664">5705 7863,'25'-25,"0"25,25 0,-26 0,1 0,-25-25,50 25</inkml:trace>
  <inkml:trace contextRef="#ctx0" brushRef="#br0" timeOffset="10191.7697">5656 7714,'25'0,"24"0,-24 0,0 0,0 0,-1 0</inkml:trace>
  <inkml:trace contextRef="#ctx0" brushRef="#br0" timeOffset="16201.4931">4044 10815,'0'25,"24"-25,-24-25,0 0,0 50,0 0,0-1,25-24</inkml:trace>
  <inkml:trace contextRef="#ctx0" brushRef="#br0" timeOffset="17192.3603">3671 10294,'25'0,"-25"25,25 24,0-24,-25 0,25 25,-25-26,0 26,0-25,0 24,24-49,-24 25,0 0</inkml:trace>
  <inkml:trace contextRef="#ctx0" brushRef="#br0" timeOffset="19069.2881">3795 10319,'25'0,"25"0,-25 0,-1 0,1 0,0 25,0-1,0 1,-25 0,0 0,-25 0,0-25,0 24,0 1,75-25,25 0,-51 0,1 25,25 0,-25-25,-25 25,24-25,-24 24,0 1,0 0,0 25,-49-26,49 1,-25 0,-49 0,49-25,0 25,-25-25,25 0,1 0,-26 0,0-25,50 0,0 0,0 0,0 1,0-1,25 0</inkml:trace>
  <inkml:trace contextRef="#ctx0" brushRef="#br0" timeOffset="25275.9237">6822 13940,'0'-25,"24"25</inkml:trace>
  <inkml:trace contextRef="#ctx0" brushRef="#br0" timeOffset="29481.973">7045 10790,'25'0,"-1"0,-24 25,25 0,0-1</inkml:trace>
  <inkml:trace contextRef="#ctx0" brushRef="#br0" timeOffset="30524.7144">7318 10145,'0'-25,"0"1,0-1,-25 25,0 0,0 0,1 0,-1 0,25 25,0-1,0 1,0 0,-25 0,25 0,0-1,0 1,0 0,0 0,0 24,0-24,0 0,25 0,0-25,24 0,1 0,-1 0,-24 0,0 0,0 0</inkml:trace>
  <inkml:trace contextRef="#ctx0" brushRef="#br0" timeOffset="31649.6541">6598 14263,'0'0,"50"0,24 0,1 0,49-25,-75 25,1-25,-25 25</inkml:trace>
  <inkml:trace contextRef="#ctx0" brushRef="#br0" timeOffset="32155.0139">6822 14064,'0'25,"0"0,0 24,0 1,0 0,0-26,0 1,0 25,0-25,0 0,0-1,0 1</inkml:trace>
  <inkml:trace contextRef="#ctx0" brushRef="#br0" timeOffset="33184.3266">7020 14039,'0'25,"0"0,0 0,0 24,0-24,0 0,0 25,0-26,0 1,0 0,0 0,0 0,0 0,0-1,25-24,0 0,-1 0,1 0,25-24,-50-51,25 50,0 0,-25-24,0 24,0 0,0 0,0 1,0-1,0 0,0 0,0 0,0 1,0-1,0 0,24 25,-24 25,0 24,0-24,0 50,0-26,0 1,0-25,0-1,25 26,-25-25,25-25,-25 25,0 0,25-25,0 0</inkml:trace>
  <inkml:trace contextRef="#ctx0" brushRef="#br0" timeOffset="33972.5516">7665 14263,'-25'0,"0"0,1 24,-1-24,0 25,0-25,25 25,0 0,0 0,0 0,0-1,0 1,0 0,0 0,0 0,25-1,0-24,0 0,-1 0,1 0,-25-24,25 24,-25-25,50 25</inkml:trace>
  <inkml:trace contextRef="#ctx0" brushRef="#br0" timeOffset="34619.957">8037 14312,'25'-25,"-50"25,0 0,0 0,1 0,-1 0,25 25,0 0,0 0,0 0,0 0,0-1,0 1,0 0,25-25,-1 0,1 0,25 0,-1 0,1 0,0 0,-25 0,-1 0</inkml:trace>
  <inkml:trace contextRef="#ctx0" brushRef="#br0" timeOffset="35418.8623">5433 13196,'-25'0,"74"0,26 0,-26 0,26 0,-26 0,-24 0,0 0</inkml:trace>
  <inkml:trace contextRef="#ctx0" brushRef="#br0" timeOffset="36106.829">5507 13271,'-25'49,"25"1,0-25,0 24,0 1,0-25,0-1,0 26,0-25,0 0,50-25,-1 0,1 0,0 0,-1 0,26 0,-51 0,1-25</inkml:trace>
  <inkml:trace contextRef="#ctx0" brushRef="#br0" timeOffset="36985.5548">5631 13444,'25'0,"0"0,-1 0,1 0,0 0</inkml:trace>
  <inkml:trace contextRef="#ctx0" brushRef="#br0" timeOffset="42403.2394">3820 13965,'25'25,"-50"0</inkml:trace>
  <inkml:trace contextRef="#ctx0" brushRef="#br0" timeOffset="43659.6196">3572 14114,'0'25,"25"-25,0 0,0 0,-1 0,26 24,0-24,-26 0,1 0,0 0,0 0</inkml:trace>
  <inkml:trace contextRef="#ctx0" brushRef="#br0" timeOffset="44201.8356">3820 13965,'0'25,"0"24,0-24,0 0,0 0,-25 0,25 24,-24-24,24 25,0-26,0 51,0-50,-25 24,25-24,0 25,-25-25,25-1,0 1</inkml:trace>
  <inkml:trace contextRef="#ctx0" brushRef="#br0" timeOffset="45519.037">3895 14039,'24'-24,"-24"73,0-24,0 25,0-26,0 1,0 0,0 0,0 0,0-1,25-24,-25 25,25-25,-25 25,25-25,0 0,0 0,24 0,-24 0,-25-25,25 25,0-25,-1 1,-24-1,25 0,-25-25,50 1,-50 24,0 0,0-24,0-1,0 25,0 0,25-24,-25 98,0-24,-25 0,25 0,0 0,0-1,-25 1,25 25,-25-25,25-1,0 26,0-25,0 0,0-1,0 1,0 25,25-25,0-25,0 0,-1 0,1 0,0 0,0 0</inkml:trace>
  <inkml:trace contextRef="#ctx0" brushRef="#br0" timeOffset="46423.5971">4664 14139,'0'-25,"-25"25,0 0,0 0,0 0,-24 0,49 25,-25-25,25 24,-50 1,26 0,24 0,0 0,0-1,0 1,0 0,0 0,24 0,1-25,0 0,0 0,0 0,-1 0,1 0,25 25,-25-25,-1 24,1-24,0 0,25 0,-26 0,1 0,0-24</inkml:trace>
  <inkml:trace contextRef="#ctx0" brushRef="#br0" timeOffset="47377.3171">5036 14188,'-25'0,"0"25,0-25,25 25,-25-25,25 25,0-1,0 1,0 0,0 0,0 0,0 0,0-1,25 1,0-25,0 0,0 0,0 0,-1 0,1 0,0 0,0 0,0 0,-1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0T04:00:27.5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9773 6871,'25'0,"0"0,0 25,0-25,-1 0,-24 25,25-25,0 24,0-24,0 0,-25 25,24-25,-24 25,0 25,-24-50,-1 24,-25 1,25-25,1 0,-1 25,0-25,0 0</inkml:trace>
  <inkml:trace contextRef="#ctx0" brushRef="#br0" timeOffset="860.0221">8632 6499,'0'-25,"25"25,25 0,24 0,1 0,-26 0,1 0,-1 0,1 0,0 0,-1 0,-24 0,25 0,-26 0</inkml:trace>
  <inkml:trace contextRef="#ctx0" brushRef="#br0" timeOffset="1587.7336">9203 6449,'-25'0,"25"25,0 0,0 24,0-24,0 25,0-25,0-1,0 1,0 0,0 0,0 0,0-1,0 1,0 0,0 0,0 0</inkml:trace>
  <inkml:trace contextRef="#ctx0" brushRef="#br0" timeOffset="2387.5169">9004 6896,'25'0,"0"0,0 0,24 0,-24 0,0 0,0 0,0 0,-1 0,1 0</inkml:trace>
  <inkml:trace contextRef="#ctx0" brushRef="#br0" timeOffset="2952.4193">9451 6697,'25'0,"0"0</inkml:trace>
  <inkml:trace contextRef="#ctx0" brushRef="#br0" timeOffset="3683.7731">9401 6896,'0'25,"0"-1,0 1,0 0,25 0,-25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0FC18-D6D8-4226-ABE1-8269D6642584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62959-9730-4558-8995-F359A1BAD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5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62959-9730-4558-8995-F359A1BAD82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722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emf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customXml" Target="../ink/ink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customXml" Target="../ink/ink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emf"/><Relationship Id="rId4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620688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第十五章 基本放大电路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156176" y="623731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276872"/>
            <a:ext cx="2139702" cy="28529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317674"/>
            <a:ext cx="1650986" cy="291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0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5" t="6983" r="12857" b="14286"/>
          <a:stretch/>
        </p:blipFill>
        <p:spPr>
          <a:xfrm>
            <a:off x="0" y="0"/>
            <a:ext cx="4932040" cy="3684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933056"/>
            <a:ext cx="90075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晶体管</a:t>
            </a:r>
            <a:r>
              <a:rPr lang="en-US" altLang="zh-CN" dirty="0" smtClean="0"/>
              <a:t>T</a:t>
            </a:r>
            <a:r>
              <a:rPr lang="zh-CN" altLang="en-US" dirty="0" smtClean="0"/>
              <a:t>：电流放大作用</a:t>
            </a:r>
            <a:endParaRPr lang="en-US" altLang="zh-CN" dirty="0" smtClean="0"/>
          </a:p>
          <a:p>
            <a:r>
              <a:rPr lang="zh-CN" altLang="en-US" dirty="0" smtClean="0"/>
              <a:t>集电极电源电压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CC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1.</a:t>
            </a:r>
            <a:r>
              <a:rPr lang="zh-CN" altLang="en-US" dirty="0" smtClean="0"/>
              <a:t>提供能量</a:t>
            </a:r>
            <a:r>
              <a:rPr lang="en-US" altLang="zh-CN" dirty="0" smtClean="0"/>
              <a:t>2.</a:t>
            </a:r>
            <a:r>
              <a:rPr lang="zh-CN" altLang="en-US" dirty="0" smtClean="0"/>
              <a:t>保证集电极处于反向偏置，已使晶体管起到放大作用</a:t>
            </a:r>
            <a:endParaRPr lang="en-US" altLang="zh-CN" dirty="0" smtClean="0"/>
          </a:p>
          <a:p>
            <a:r>
              <a:rPr lang="zh-CN" altLang="en-US" dirty="0" smtClean="0"/>
              <a:t>集电结负载电阻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C</a:t>
            </a:r>
            <a:r>
              <a:rPr lang="zh-CN" altLang="en-US" dirty="0" smtClean="0"/>
              <a:t>：将集电极电流变化转变为电压变化</a:t>
            </a:r>
            <a:endParaRPr lang="en-US" altLang="zh-CN" dirty="0" smtClean="0"/>
          </a:p>
          <a:p>
            <a:r>
              <a:rPr lang="zh-CN" altLang="en-US" dirty="0" smtClean="0"/>
              <a:t>偏置电阻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B</a:t>
            </a:r>
            <a:r>
              <a:rPr lang="zh-CN" altLang="en-US" dirty="0" smtClean="0"/>
              <a:t>：改变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I</a:t>
            </a:r>
            <a:r>
              <a:rPr lang="en-US" altLang="zh-CN" baseline="-25000" dirty="0" smtClean="0"/>
              <a:t>B</a:t>
            </a:r>
            <a:r>
              <a:rPr lang="zh-CN" altLang="en-US" dirty="0" smtClean="0"/>
              <a:t>变化</a:t>
            </a:r>
            <a:endParaRPr lang="en-US" altLang="zh-CN" dirty="0" smtClean="0"/>
          </a:p>
          <a:p>
            <a:r>
              <a:rPr lang="zh-CN" altLang="en-US" dirty="0"/>
              <a:t>耦合</a:t>
            </a:r>
            <a:r>
              <a:rPr lang="zh-CN" altLang="en-US" dirty="0" smtClean="0"/>
              <a:t>电容</a:t>
            </a:r>
            <a:r>
              <a:rPr lang="en-US" altLang="zh-CN" dirty="0" smtClean="0"/>
              <a:t>C1C2</a:t>
            </a:r>
            <a:r>
              <a:rPr lang="zh-CN" altLang="en-US" dirty="0" smtClean="0"/>
              <a:t>：有极性，隔直通交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220072" y="620688"/>
            <a:ext cx="239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放大电路的输入电阻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i</a:t>
            </a:r>
            <a:endParaRPr lang="zh-CN" altLang="en-US" baseline="-25000" dirty="0"/>
          </a:p>
        </p:txBody>
      </p:sp>
      <p:sp>
        <p:nvSpPr>
          <p:cNvPr id="7" name="TextBox 6"/>
          <p:cNvSpPr txBox="1"/>
          <p:nvPr/>
        </p:nvSpPr>
        <p:spPr>
          <a:xfrm>
            <a:off x="5220072" y="1842087"/>
            <a:ext cx="2978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放大电路的电压放大倍数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u</a:t>
            </a:r>
            <a:endParaRPr lang="zh-CN" altLang="en-US" baseline="-25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5" t="41905" r="45767" b="44762"/>
          <a:stretch/>
        </p:blipFill>
        <p:spPr>
          <a:xfrm>
            <a:off x="6150622" y="968248"/>
            <a:ext cx="1117600" cy="914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02" t="81008" r="47376" b="2222"/>
          <a:stretch/>
        </p:blipFill>
        <p:spPr>
          <a:xfrm>
            <a:off x="6012160" y="2245982"/>
            <a:ext cx="1137844" cy="115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4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260648"/>
            <a:ext cx="8800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放大电路的静态分析：</a:t>
            </a:r>
            <a:r>
              <a:rPr lang="en-US" altLang="zh-CN" sz="2000" b="1" dirty="0" smtClean="0"/>
              <a:t>U</a:t>
            </a:r>
            <a:r>
              <a:rPr lang="en-US" altLang="zh-CN" sz="2000" b="1" baseline="-25000" dirty="0" smtClean="0"/>
              <a:t>CC</a:t>
            </a:r>
            <a:r>
              <a:rPr lang="zh-CN" altLang="en-US" sz="2000" b="1" dirty="0" smtClean="0"/>
              <a:t>单独作用（</a:t>
            </a:r>
            <a:r>
              <a:rPr lang="en-US" altLang="zh-CN" sz="2000" b="1" dirty="0" err="1" smtClean="0"/>
              <a:t>e</a:t>
            </a:r>
            <a:r>
              <a:rPr lang="en-US" altLang="zh-CN" sz="2000" b="1" baseline="-25000" dirty="0" err="1" smtClean="0"/>
              <a:t>s</a:t>
            </a:r>
            <a:r>
              <a:rPr lang="zh-CN" altLang="en-US" sz="2000" b="1" dirty="0" smtClean="0"/>
              <a:t>置零，</a:t>
            </a:r>
            <a:r>
              <a:rPr lang="en-US" altLang="zh-CN" sz="2000" b="1" dirty="0" smtClean="0"/>
              <a:t>C</a:t>
            </a:r>
            <a:r>
              <a:rPr lang="en-US" altLang="zh-CN" sz="2000" b="1" baseline="-25000" dirty="0" smtClean="0"/>
              <a:t>1</a:t>
            </a:r>
            <a:r>
              <a:rPr lang="en-US" altLang="zh-CN" sz="2000" b="1" dirty="0" smtClean="0"/>
              <a:t>C</a:t>
            </a:r>
            <a:r>
              <a:rPr lang="en-US" altLang="zh-CN" sz="2000" b="1" baseline="-25000" dirty="0" smtClean="0"/>
              <a:t>2</a:t>
            </a:r>
            <a:r>
              <a:rPr lang="zh-CN" altLang="en-US" sz="2000" b="1" dirty="0" smtClean="0"/>
              <a:t>隔直通交，</a:t>
            </a:r>
            <a:r>
              <a:rPr lang="en-US" altLang="zh-CN" sz="2000" b="1" dirty="0" smtClean="0"/>
              <a:t>C</a:t>
            </a:r>
            <a:r>
              <a:rPr lang="en-US" altLang="zh-CN" sz="2000" b="1" baseline="-25000" dirty="0" smtClean="0"/>
              <a:t>1</a:t>
            </a:r>
            <a:r>
              <a:rPr lang="en-US" altLang="zh-CN" sz="2000" b="1" dirty="0" smtClean="0"/>
              <a:t>C</a:t>
            </a:r>
            <a:r>
              <a:rPr lang="en-US" altLang="zh-CN" sz="2000" b="1" baseline="-25000" dirty="0" smtClean="0"/>
              <a:t>2</a:t>
            </a:r>
            <a:r>
              <a:rPr lang="zh-CN" altLang="en-US" sz="2000" b="1" dirty="0" smtClean="0"/>
              <a:t>均为断路）</a:t>
            </a:r>
            <a:endParaRPr lang="zh-CN" altLang="en-US" sz="2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3" t="9635" r="12699" b="13862"/>
          <a:stretch/>
        </p:blipFill>
        <p:spPr>
          <a:xfrm>
            <a:off x="0" y="635358"/>
            <a:ext cx="4427984" cy="3273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03" r="23944" b="58186"/>
          <a:stretch/>
        </p:blipFill>
        <p:spPr>
          <a:xfrm rot="16200000">
            <a:off x="5505434" y="787916"/>
            <a:ext cx="2338818" cy="32313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6096" y="780673"/>
            <a:ext cx="1622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/>
              <a:t>求</a:t>
            </a:r>
            <a:r>
              <a:rPr lang="en-US" altLang="zh-CN" sz="2000" b="1" dirty="0" smtClean="0"/>
              <a:t>I</a:t>
            </a:r>
            <a:r>
              <a:rPr lang="en-US" altLang="zh-CN" sz="2000" b="1" baseline="-25000" dirty="0" smtClean="0"/>
              <a:t>B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I</a:t>
            </a:r>
            <a:r>
              <a:rPr lang="en-US" altLang="zh-CN" sz="2000" b="1" baseline="-25000" dirty="0" smtClean="0"/>
              <a:t>C</a:t>
            </a:r>
            <a:r>
              <a:rPr lang="zh-CN" altLang="en-US" sz="2000" b="1" dirty="0" smtClean="0"/>
              <a:t>，</a:t>
            </a:r>
            <a:r>
              <a:rPr lang="en-US" altLang="zh-CN" sz="2000" b="1" dirty="0" smtClean="0"/>
              <a:t>U</a:t>
            </a:r>
            <a:r>
              <a:rPr lang="en-US" altLang="zh-CN" sz="2000" b="1" baseline="-25000" dirty="0" smtClean="0"/>
              <a:t>CE</a:t>
            </a:r>
            <a:endParaRPr lang="zh-CN" altLang="en-US" sz="2000" b="1" baseline="-25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91" t="39870" r="25097" b="22275"/>
          <a:stretch/>
        </p:blipFill>
        <p:spPr>
          <a:xfrm rot="16200000">
            <a:off x="849963" y="3334613"/>
            <a:ext cx="2160240" cy="364515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8" t="34127" r="52570" b="34127"/>
          <a:stretch/>
        </p:blipFill>
        <p:spPr>
          <a:xfrm rot="16200000">
            <a:off x="4077665" y="3551922"/>
            <a:ext cx="2466997" cy="298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66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658" y="56321"/>
            <a:ext cx="430438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三极管的微变等效电路</a:t>
            </a:r>
            <a:endParaRPr lang="en-US" altLang="zh-CN" sz="3200" b="1" dirty="0" smtClean="0"/>
          </a:p>
          <a:p>
            <a:r>
              <a:rPr lang="zh-CN" altLang="en-US" dirty="0" smtClean="0"/>
              <a:t>晶体管的输入电阻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be</a:t>
            </a:r>
            <a:endParaRPr lang="zh-CN" altLang="en-US" baseline="-25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3" t="14021" r="62346"/>
          <a:stretch/>
        </p:blipFill>
        <p:spPr>
          <a:xfrm rot="16200000">
            <a:off x="4931239" y="-1826783"/>
            <a:ext cx="1001486" cy="589642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0" t="29841" r="24127" b="35079"/>
          <a:stretch/>
        </p:blipFill>
        <p:spPr>
          <a:xfrm>
            <a:off x="-16768" y="1639754"/>
            <a:ext cx="5907315" cy="24057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/>
              <p14:cNvContentPartPr/>
              <p14:nvPr/>
            </p14:nvContentPartPr>
            <p14:xfrm>
              <a:off x="4420440" y="1714320"/>
              <a:ext cx="3983040" cy="1357920"/>
            </p14:xfrm>
          </p:contentPart>
        </mc:Choice>
        <mc:Fallback xmlns="">
          <p:pic>
            <p:nvPicPr>
              <p:cNvPr id="5" name="墨迹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1080" y="1704960"/>
                <a:ext cx="4001760" cy="1376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467544" y="4252446"/>
            <a:ext cx="454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ce</a:t>
            </a:r>
            <a:r>
              <a:rPr lang="zh-CN" altLang="en-US" dirty="0" smtClean="0"/>
              <a:t>放大电路的输出电阻，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ce</a:t>
            </a:r>
            <a:r>
              <a:rPr lang="zh-CN" altLang="en-US" dirty="0" smtClean="0"/>
              <a:t>很大，忽略不计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5272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0" t="10370" r="18730" b="13861"/>
          <a:stretch/>
        </p:blipFill>
        <p:spPr>
          <a:xfrm>
            <a:off x="0" y="24904"/>
            <a:ext cx="3779912" cy="306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39952" y="260648"/>
            <a:ext cx="2723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画微变等效电路的步骤：</a:t>
            </a:r>
            <a:endParaRPr lang="en-US" altLang="zh-CN" dirty="0" smtClean="0"/>
          </a:p>
          <a:p>
            <a:r>
              <a:rPr lang="en-US" altLang="zh-CN" dirty="0" smtClean="0"/>
              <a:t>1.U</a:t>
            </a:r>
            <a:r>
              <a:rPr lang="en-US" altLang="zh-CN" baseline="-25000" dirty="0" smtClean="0"/>
              <a:t>CC</a:t>
            </a:r>
            <a:r>
              <a:rPr lang="en-US" altLang="zh-CN" dirty="0" smtClean="0"/>
              <a:t>=0</a:t>
            </a:r>
          </a:p>
          <a:p>
            <a:r>
              <a:rPr lang="en-US" altLang="zh-CN" dirty="0" smtClean="0"/>
              <a:t>2.</a:t>
            </a:r>
            <a:r>
              <a:rPr lang="en-US" altLang="zh-CN" dirty="0"/>
              <a:t> C</a:t>
            </a:r>
            <a:r>
              <a:rPr lang="en-US" altLang="zh-CN" baseline="-25000" dirty="0"/>
              <a:t>1</a:t>
            </a:r>
            <a:r>
              <a:rPr lang="en-US" altLang="zh-CN" dirty="0"/>
              <a:t>,C</a:t>
            </a:r>
            <a:r>
              <a:rPr lang="en-US" altLang="zh-CN" baseline="-25000" dirty="0"/>
              <a:t>2</a:t>
            </a:r>
            <a:r>
              <a:rPr lang="zh-CN" altLang="en-US" dirty="0"/>
              <a:t>当</a:t>
            </a:r>
            <a:r>
              <a:rPr lang="zh-CN" altLang="en-US" dirty="0" smtClean="0"/>
              <a:t>导线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画微变等效电路</a:t>
            </a:r>
            <a:endParaRPr lang="en-US" altLang="zh-CN" baseline="-250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8" t="19735" r="38919" b="30529"/>
          <a:stretch/>
        </p:blipFill>
        <p:spPr>
          <a:xfrm rot="16200000">
            <a:off x="5383105" y="872379"/>
            <a:ext cx="3010550" cy="41877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1555" y="3093404"/>
            <a:ext cx="5262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</a:t>
            </a:r>
            <a:r>
              <a:rPr lang="en-US" altLang="zh-CN" baseline="-25000" dirty="0" smtClean="0"/>
              <a:t>u</a:t>
            </a:r>
            <a:r>
              <a:rPr lang="zh-CN" altLang="en-US" dirty="0" smtClean="0"/>
              <a:t>：电压放大倍数</a:t>
            </a:r>
            <a:endParaRPr lang="en-US" altLang="zh-CN" dirty="0" smtClean="0"/>
          </a:p>
          <a:p>
            <a:r>
              <a:rPr lang="el-GR" altLang="zh-CN" dirty="0" smtClean="0"/>
              <a:t>Β</a:t>
            </a:r>
            <a:r>
              <a:rPr lang="zh-CN" altLang="en-US" dirty="0" smtClean="0"/>
              <a:t>：电流放大倍数</a:t>
            </a:r>
            <a:endParaRPr lang="en-US" altLang="zh-CN" dirty="0" smtClean="0"/>
          </a:p>
          <a:p>
            <a:r>
              <a:rPr lang="en-US" altLang="zh-CN" dirty="0" err="1"/>
              <a:t>r</a:t>
            </a:r>
            <a:r>
              <a:rPr lang="en-US" altLang="zh-CN" baseline="-25000" dirty="0" err="1" smtClean="0"/>
              <a:t>i</a:t>
            </a:r>
            <a:r>
              <a:rPr lang="zh-CN" altLang="en-US" dirty="0" smtClean="0"/>
              <a:t>：放大电路的输入电阻，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i</a:t>
            </a:r>
            <a:r>
              <a:rPr lang="zh-CN" altLang="en-US" dirty="0" smtClean="0"/>
              <a:t>越大越好，分压能量强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0"/>
          <a:stretch/>
        </p:blipFill>
        <p:spPr>
          <a:xfrm rot="16200000">
            <a:off x="1925546" y="2082556"/>
            <a:ext cx="3003798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5976" y="4869160"/>
            <a:ext cx="346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温度的变化 严重影响静态工作点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/>
              <p14:cNvContentPartPr/>
              <p14:nvPr/>
            </p14:nvContentPartPr>
            <p14:xfrm>
              <a:off x="1330560" y="705600"/>
              <a:ext cx="6822720" cy="2777400"/>
            </p14:xfrm>
          </p:contentPart>
        </mc:Choice>
        <mc:Fallback xmlns="">
          <p:pic>
            <p:nvPicPr>
              <p:cNvPr id="8" name="墨迹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21200" y="696240"/>
                <a:ext cx="6841440" cy="27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918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2" r="26870"/>
          <a:stretch/>
        </p:blipFill>
        <p:spPr>
          <a:xfrm rot="16200000">
            <a:off x="1683328" y="-1302234"/>
            <a:ext cx="349134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5969" y="-13855"/>
            <a:ext cx="9139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分压式偏置放大电路（有旁路电容）静态分析  </a:t>
            </a:r>
            <a:r>
              <a:rPr lang="zh-CN" altLang="en-US" b="1" dirty="0"/>
              <a:t>（</a:t>
            </a:r>
            <a:r>
              <a:rPr lang="en-US" altLang="zh-CN" b="1" dirty="0" err="1"/>
              <a:t>e</a:t>
            </a:r>
            <a:r>
              <a:rPr lang="en-US" altLang="zh-CN" b="1" baseline="-25000" dirty="0" err="1"/>
              <a:t>s</a:t>
            </a:r>
            <a:r>
              <a:rPr lang="zh-CN" altLang="en-US" b="1" dirty="0"/>
              <a:t>置零，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隔直通交，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均为断路）</a:t>
            </a:r>
          </a:p>
          <a:p>
            <a:r>
              <a:rPr lang="zh-CN" altLang="en-US" dirty="0" smtClean="0"/>
              <a:t> 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0" t="18990" r="12667" b="24040"/>
          <a:stretch/>
        </p:blipFill>
        <p:spPr>
          <a:xfrm>
            <a:off x="5810703" y="532759"/>
            <a:ext cx="3312368" cy="31880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42"/>
          <a:stretch/>
        </p:blipFill>
        <p:spPr>
          <a:xfrm rot="16200000">
            <a:off x="2506807" y="1373424"/>
            <a:ext cx="1844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8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26064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分压式偏置放大电路（有旁路电容）动态分析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420177" y="29815"/>
            <a:ext cx="27238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画微变等效电路的步骤：</a:t>
            </a:r>
            <a:endParaRPr lang="en-US" altLang="zh-CN" dirty="0"/>
          </a:p>
          <a:p>
            <a:r>
              <a:rPr lang="en-US" altLang="zh-CN" dirty="0"/>
              <a:t>1.U</a:t>
            </a:r>
            <a:r>
              <a:rPr lang="en-US" altLang="zh-CN" baseline="-25000" dirty="0"/>
              <a:t>CC</a:t>
            </a:r>
            <a:r>
              <a:rPr lang="en-US" altLang="zh-CN" dirty="0"/>
              <a:t>=0</a:t>
            </a:r>
          </a:p>
          <a:p>
            <a:r>
              <a:rPr lang="en-US" altLang="zh-CN" dirty="0"/>
              <a:t>2. C</a:t>
            </a:r>
            <a:r>
              <a:rPr lang="en-US" altLang="zh-CN" baseline="-25000" dirty="0"/>
              <a:t>1</a:t>
            </a:r>
            <a:r>
              <a:rPr lang="en-US" altLang="zh-CN" dirty="0"/>
              <a:t>,C</a:t>
            </a:r>
            <a:r>
              <a:rPr lang="en-US" altLang="zh-CN" baseline="-25000" dirty="0"/>
              <a:t>2</a:t>
            </a:r>
            <a:r>
              <a:rPr lang="zh-CN" altLang="en-US" dirty="0"/>
              <a:t>当导线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画微变等效电路</a:t>
            </a:r>
            <a:endParaRPr lang="en-US" altLang="zh-CN" baseline="-25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6" r="28918" b="53535"/>
          <a:stretch/>
        </p:blipFill>
        <p:spPr>
          <a:xfrm rot="16200000">
            <a:off x="249385" y="352888"/>
            <a:ext cx="2687782" cy="318654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5" r="7249"/>
          <a:stretch/>
        </p:blipFill>
        <p:spPr>
          <a:xfrm rot="16200000">
            <a:off x="1912673" y="1393435"/>
            <a:ext cx="306476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/>
              <p14:cNvContentPartPr/>
              <p14:nvPr/>
            </p14:nvContentPartPr>
            <p14:xfrm>
              <a:off x="964440" y="1134000"/>
              <a:ext cx="2009520" cy="4116960"/>
            </p14:xfrm>
          </p:contentPart>
        </mc:Choice>
        <mc:Fallback xmlns="">
          <p:pic>
            <p:nvPicPr>
              <p:cNvPr id="6" name="墨迹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5080" y="1124640"/>
                <a:ext cx="2028240" cy="41356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3463133" y="2271744"/>
            <a:ext cx="573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</a:t>
            </a:r>
            <a:r>
              <a:rPr lang="en-US" altLang="zh-CN" baseline="-25000" dirty="0" smtClean="0"/>
              <a:t>E</a:t>
            </a:r>
            <a:r>
              <a:rPr lang="zh-CN" altLang="en-US" dirty="0" smtClean="0"/>
              <a:t>的作用：交流电路中，将</a:t>
            </a:r>
            <a:r>
              <a:rPr lang="en-US" altLang="zh-CN" dirty="0" smtClean="0"/>
              <a:t>R</a:t>
            </a:r>
            <a:r>
              <a:rPr lang="en-US" altLang="zh-CN" baseline="-25000" dirty="0" smtClean="0"/>
              <a:t>E</a:t>
            </a:r>
            <a:r>
              <a:rPr lang="zh-CN" altLang="en-US" dirty="0" smtClean="0"/>
              <a:t>短路，放大倍数不受影响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323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260648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分压式偏置放大电路</a:t>
            </a:r>
            <a:r>
              <a:rPr lang="zh-CN" altLang="en-US" dirty="0" smtClean="0"/>
              <a:t>（无旁路</a:t>
            </a:r>
            <a:r>
              <a:rPr lang="zh-CN" altLang="en-US" dirty="0"/>
              <a:t>电容</a:t>
            </a:r>
            <a:r>
              <a:rPr lang="zh-CN" altLang="en-US" dirty="0" smtClean="0"/>
              <a:t>）静态分析</a:t>
            </a:r>
            <a:endParaRPr lang="en-US" altLang="zh-CN" dirty="0" smtClean="0"/>
          </a:p>
          <a:p>
            <a:r>
              <a:rPr lang="zh-CN" altLang="en-US" b="1" dirty="0"/>
              <a:t>（</a:t>
            </a:r>
            <a:r>
              <a:rPr lang="en-US" altLang="zh-CN" b="1" dirty="0" err="1"/>
              <a:t>e</a:t>
            </a:r>
            <a:r>
              <a:rPr lang="en-US" altLang="zh-CN" b="1" baseline="-25000" dirty="0" err="1"/>
              <a:t>s</a:t>
            </a:r>
            <a:r>
              <a:rPr lang="zh-CN" altLang="en-US" b="1" dirty="0"/>
              <a:t>置零，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隔直通交，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C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均为断路</a:t>
            </a:r>
            <a:r>
              <a:rPr lang="zh-CN" altLang="en-US" b="1" dirty="0" smtClean="0"/>
              <a:t>）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" t="24242" r="-152" b="27676"/>
          <a:stretch/>
        </p:blipFill>
        <p:spPr>
          <a:xfrm>
            <a:off x="-16233" y="1052736"/>
            <a:ext cx="9144000" cy="329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2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126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分压式偏置放大电路（无旁路电容</a:t>
            </a:r>
            <a:r>
              <a:rPr lang="zh-CN" altLang="en-US" dirty="0" smtClean="0"/>
              <a:t>）动态分析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1919" r="61516" b="29091"/>
          <a:stretch/>
        </p:blipFill>
        <p:spPr>
          <a:xfrm>
            <a:off x="0" y="291835"/>
            <a:ext cx="3519055" cy="26739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" t="-657" r="566" b="9446"/>
          <a:stretch/>
        </p:blipFill>
        <p:spPr>
          <a:xfrm rot="16200000">
            <a:off x="3480139" y="1383021"/>
            <a:ext cx="4694632" cy="62553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/>
              <p14:cNvContentPartPr/>
              <p14:nvPr/>
            </p14:nvContentPartPr>
            <p14:xfrm>
              <a:off x="3107520" y="2321640"/>
              <a:ext cx="500400" cy="241560"/>
            </p14:xfrm>
          </p:contentPart>
        </mc:Choice>
        <mc:Fallback xmlns="">
          <p:pic>
            <p:nvPicPr>
              <p:cNvPr id="5" name="墨迹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98160" y="2312280"/>
                <a:ext cx="519120" cy="2602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4067944" y="908720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书</a:t>
            </a:r>
            <a:r>
              <a:rPr lang="en-US" altLang="zh-CN" dirty="0" smtClean="0"/>
              <a:t>p53 </a:t>
            </a:r>
            <a:r>
              <a:rPr lang="zh-CN" altLang="en-US" dirty="0" smtClean="0"/>
              <a:t>例</a:t>
            </a:r>
            <a:r>
              <a:rPr lang="en-US" altLang="zh-CN" dirty="0" smtClean="0"/>
              <a:t>15.4.1</a:t>
            </a:r>
          </a:p>
        </p:txBody>
      </p:sp>
    </p:spTree>
    <p:extLst>
      <p:ext uri="{BB962C8B-B14F-4D97-AF65-F5344CB8AC3E}">
        <p14:creationId xmlns:p14="http://schemas.microsoft.com/office/powerpoint/2010/main" val="199498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射极输出器</a:t>
            </a:r>
            <a:endParaRPr lang="en-US" altLang="zh-CN" dirty="0" smtClean="0"/>
          </a:p>
          <a:p>
            <a:r>
              <a:rPr lang="zh-CN" altLang="en-US" dirty="0" smtClean="0"/>
              <a:t>静态分析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9" t="11111" r="24849" b="12525"/>
          <a:stretch/>
        </p:blipFill>
        <p:spPr>
          <a:xfrm>
            <a:off x="1619672" y="0"/>
            <a:ext cx="4049233" cy="378863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2" t="11111" r="31211" b="19192"/>
          <a:stretch/>
        </p:blipFill>
        <p:spPr>
          <a:xfrm>
            <a:off x="5940152" y="55454"/>
            <a:ext cx="2448272" cy="274357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12726" r="11212" b="7274"/>
          <a:stretch/>
        </p:blipFill>
        <p:spPr>
          <a:xfrm>
            <a:off x="1619672" y="3224716"/>
            <a:ext cx="4677722" cy="331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5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160" y="13587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射极输出器动态分析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6" t="10930" r="23934" b="14098"/>
          <a:stretch/>
        </p:blipFill>
        <p:spPr>
          <a:xfrm>
            <a:off x="30440" y="502743"/>
            <a:ext cx="2915816" cy="2678968"/>
          </a:xfrm>
          <a:prstGeom prst="rect">
            <a:avLst/>
          </a:prstGeom>
        </p:spPr>
      </p:pic>
      <p:pic>
        <p:nvPicPr>
          <p:cNvPr id="1026" name="Picture 2" descr="E:\视频素材\电工学下\第十五章 基本放大电路\892549976674522875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4" r="47507" b="11671"/>
          <a:stretch/>
        </p:blipFill>
        <p:spPr bwMode="auto">
          <a:xfrm rot="16200000">
            <a:off x="4535323" y="-1167892"/>
            <a:ext cx="2842102" cy="602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E:\视频素材\电工学下\第十五章 基本放大电路\射极输出器动态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" t="27815" r="-77" b="34480"/>
          <a:stretch/>
        </p:blipFill>
        <p:spPr bwMode="auto">
          <a:xfrm>
            <a:off x="31820" y="3356992"/>
            <a:ext cx="8503339" cy="313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:\视频素材\电工学下\第十五章 基本放大电路\射极输出器输出电阻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80" b="6154"/>
          <a:stretch/>
        </p:blipFill>
        <p:spPr bwMode="auto">
          <a:xfrm>
            <a:off x="228160" y="3115513"/>
            <a:ext cx="7597602" cy="362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7544" y="4365104"/>
            <a:ext cx="25539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射极输出器特点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1.</a:t>
            </a:r>
            <a:r>
              <a:rPr lang="zh-CN" altLang="en-US" b="1" dirty="0" smtClean="0">
                <a:solidFill>
                  <a:srgbClr val="FF0000"/>
                </a:solidFill>
              </a:rPr>
              <a:t>输入电阻高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2.</a:t>
            </a:r>
            <a:r>
              <a:rPr lang="zh-CN" altLang="en-US" b="1" dirty="0" smtClean="0">
                <a:solidFill>
                  <a:srgbClr val="FF0000"/>
                </a:solidFill>
              </a:rPr>
              <a:t>输出电阻低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3.</a:t>
            </a:r>
            <a:r>
              <a:rPr lang="zh-CN" altLang="en-US" b="1" dirty="0" smtClean="0">
                <a:solidFill>
                  <a:srgbClr val="FF0000"/>
                </a:solidFill>
              </a:rPr>
              <a:t>电压放大倍数接近于</a:t>
            </a:r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9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E:\视频素材\电工学下\第十五章 基本放大电路\11100721812255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87013" y="-1286405"/>
            <a:ext cx="7122077" cy="9496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621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404664"/>
            <a:ext cx="8725466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/>
              <a:t>15.7</a:t>
            </a:r>
            <a:r>
              <a:rPr lang="zh-CN" altLang="en-US" sz="2800" b="1" dirty="0" smtClean="0"/>
              <a:t>差分放大电路</a:t>
            </a:r>
            <a:endParaRPr lang="en-US" altLang="zh-CN" sz="2800" b="1" dirty="0" smtClean="0"/>
          </a:p>
          <a:p>
            <a:r>
              <a:rPr lang="zh-CN" altLang="en-US" dirty="0" smtClean="0"/>
              <a:t>直接耦合放大电路的最大问题就是零点漂移（也叫温度漂移）</a:t>
            </a:r>
            <a:endParaRPr lang="en-US" altLang="zh-CN" dirty="0" smtClean="0"/>
          </a:p>
          <a:p>
            <a:r>
              <a:rPr lang="zh-CN" altLang="en-US" dirty="0" smtClean="0"/>
              <a:t>在直接耦合放大电路中，抑制零点漂移最有效的电路结构就是差分放大电路</a:t>
            </a:r>
            <a:endParaRPr lang="en-US" altLang="zh-CN" dirty="0" smtClean="0"/>
          </a:p>
          <a:p>
            <a:r>
              <a:rPr lang="zh-CN" altLang="en-US" dirty="0" smtClean="0"/>
              <a:t>共模抑制比</a:t>
            </a:r>
            <a:r>
              <a:rPr lang="en-US" altLang="zh-CN" dirty="0" smtClean="0"/>
              <a:t>K</a:t>
            </a:r>
            <a:r>
              <a:rPr lang="en-US" altLang="zh-CN" baseline="-25000" dirty="0" smtClean="0"/>
              <a:t>CMRR</a:t>
            </a:r>
            <a:r>
              <a:rPr lang="zh-CN" altLang="en-US" dirty="0" smtClean="0"/>
              <a:t>放大电路对差模信号的放大倍数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d</a:t>
            </a:r>
            <a:r>
              <a:rPr lang="zh-CN" altLang="en-US" dirty="0" smtClean="0"/>
              <a:t>和对共模信号的放大倍数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c</a:t>
            </a:r>
            <a:r>
              <a:rPr lang="zh-CN" altLang="en-US" dirty="0" smtClean="0"/>
              <a:t>的比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共模抑制比越大，差分放大电路分辨所需要的差模信号的能力越强，而受共模信号的</a:t>
            </a:r>
            <a:endParaRPr lang="en-US" altLang="zh-CN" dirty="0" smtClean="0"/>
          </a:p>
          <a:p>
            <a:r>
              <a:rPr lang="zh-CN" altLang="en-US" dirty="0" smtClean="0"/>
              <a:t>影响越小</a:t>
            </a:r>
            <a:endParaRPr lang="zh-CN" altLang="en-US" dirty="0"/>
          </a:p>
        </p:txBody>
      </p:sp>
      <p:pic>
        <p:nvPicPr>
          <p:cNvPr id="3074" name="Picture 2" descr="E:\视频素材\电工学下\第十五章 基本放大电路\14413427717448736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8" t="37253" r="54651" b="46900"/>
          <a:stretch/>
        </p:blipFill>
        <p:spPr bwMode="auto">
          <a:xfrm rot="16200000">
            <a:off x="820691" y="1491677"/>
            <a:ext cx="1066413" cy="177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7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049" b="3826"/>
          <a:stretch/>
        </p:blipFill>
        <p:spPr>
          <a:xfrm>
            <a:off x="-14162" y="0"/>
            <a:ext cx="9144000" cy="26832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2" r="23260"/>
          <a:stretch/>
        </p:blipFill>
        <p:spPr>
          <a:xfrm rot="16200000">
            <a:off x="1629429" y="68018"/>
            <a:ext cx="4320480" cy="923653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01" b="54536"/>
          <a:stretch/>
        </p:blipFill>
        <p:spPr>
          <a:xfrm>
            <a:off x="3059832" y="5752246"/>
            <a:ext cx="5143500" cy="101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6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8" t="19998" r="5923" b="8309"/>
          <a:stretch/>
        </p:blipFill>
        <p:spPr>
          <a:xfrm>
            <a:off x="-7267" y="-1"/>
            <a:ext cx="4574686" cy="29249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6" b="60772"/>
          <a:stretch/>
        </p:blipFill>
        <p:spPr>
          <a:xfrm>
            <a:off x="3131840" y="764704"/>
            <a:ext cx="5879886" cy="12961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35"/>
          <a:stretch/>
        </p:blipFill>
        <p:spPr>
          <a:xfrm>
            <a:off x="0" y="2851673"/>
            <a:ext cx="9144000" cy="448955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75"/>
          <a:stretch/>
        </p:blipFill>
        <p:spPr>
          <a:xfrm>
            <a:off x="3500033" y="1108467"/>
            <a:ext cx="5143500" cy="574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0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7" t="6487" r="22732" b="5208"/>
          <a:stretch/>
        </p:blipFill>
        <p:spPr>
          <a:xfrm rot="16200000">
            <a:off x="2002935" y="-1992245"/>
            <a:ext cx="2050158" cy="605602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2517" y="1203598"/>
            <a:ext cx="51435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42"/>
          <a:stretch/>
        </p:blipFill>
        <p:spPr>
          <a:xfrm>
            <a:off x="3707904" y="2060848"/>
            <a:ext cx="5143500" cy="456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6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412</Words>
  <Application>Microsoft Office PowerPoint</Application>
  <PresentationFormat>全屏显示(4:3)</PresentationFormat>
  <Paragraphs>53</Paragraphs>
  <Slides>16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Office 主题</vt:lpstr>
      <vt:lpstr>第十五章 基本放大电路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第十五章 基本放大电路</dc:title>
  <dc:creator>Administrator</dc:creator>
  <cp:lastModifiedBy>China</cp:lastModifiedBy>
  <cp:revision>21</cp:revision>
  <dcterms:created xsi:type="dcterms:W3CDTF">2018-01-20T01:18:00Z</dcterms:created>
  <dcterms:modified xsi:type="dcterms:W3CDTF">2018-01-20T06:11:22Z</dcterms:modified>
</cp:coreProperties>
</file>