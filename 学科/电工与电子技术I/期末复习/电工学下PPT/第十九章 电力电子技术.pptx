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49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F2F20B-A6EE-4683-8756-448FCEE36B11}" type="datetimeFigureOut">
              <a:rPr lang="zh-CN" altLang="en-US" smtClean="0"/>
              <a:t>2018/1/22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BB54D0-0AC1-4832-B64F-35F93E70CF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1856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BB54D0-0AC1-4832-B64F-35F93E70CF6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001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2018/1/22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39552" y="404664"/>
            <a:ext cx="7772400" cy="1470025"/>
          </a:xfrm>
        </p:spPr>
        <p:txBody>
          <a:bodyPr/>
          <a:lstStyle/>
          <a:p>
            <a:r>
              <a:rPr lang="zh-CN" altLang="en-US" dirty="0" smtClean="0"/>
              <a:t>第十九章 电力电子技术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700808"/>
            <a:ext cx="3003798" cy="400506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5599" y="2284005"/>
            <a:ext cx="1605201" cy="28386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55976" y="5336540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微博：易水两岸灯火阑珊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7664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476672"/>
            <a:ext cx="549381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根据不同的开关特性，电力电子器件可分为如下三类</a:t>
            </a:r>
            <a:endParaRPr lang="en-US" altLang="zh-CN" dirty="0" smtClean="0"/>
          </a:p>
          <a:p>
            <a:r>
              <a:rPr lang="en-US" altLang="zh-CN" dirty="0" smtClean="0"/>
              <a:t>1.</a:t>
            </a:r>
            <a:r>
              <a:rPr lang="zh-CN" altLang="en-US" dirty="0" smtClean="0"/>
              <a:t>不控器件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/>
              <a:t>半</a:t>
            </a:r>
            <a:r>
              <a:rPr lang="zh-CN" altLang="en-US" dirty="0" smtClean="0"/>
              <a:t>控器件</a:t>
            </a:r>
            <a:endParaRPr lang="en-US" altLang="zh-CN" dirty="0" smtClean="0"/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全控器件</a:t>
            </a:r>
            <a:endParaRPr lang="en-US" altLang="zh-CN" dirty="0" smtClean="0"/>
          </a:p>
          <a:p>
            <a:r>
              <a:rPr lang="zh-CN" altLang="en-US" dirty="0" smtClean="0"/>
              <a:t>晶闸管是具有三个</a:t>
            </a:r>
            <a:r>
              <a:rPr lang="en-US" altLang="zh-CN" dirty="0" smtClean="0"/>
              <a:t>PN</a:t>
            </a:r>
            <a:r>
              <a:rPr lang="zh-CN" altLang="en-US" dirty="0" smtClean="0"/>
              <a:t>结的四层结构</a:t>
            </a:r>
            <a:endParaRPr lang="en-US" altLang="zh-CN" dirty="0" smtClean="0"/>
          </a:p>
          <a:p>
            <a:r>
              <a:rPr lang="zh-CN" altLang="en-US" dirty="0"/>
              <a:t>三个</a:t>
            </a:r>
            <a:r>
              <a:rPr lang="zh-CN" altLang="en-US" dirty="0" smtClean="0"/>
              <a:t>极分别为阳极</a:t>
            </a:r>
            <a:r>
              <a:rPr lang="en-US" altLang="zh-CN" dirty="0" smtClean="0"/>
              <a:t>A</a:t>
            </a:r>
            <a:r>
              <a:rPr lang="zh-CN" altLang="en-US" dirty="0" smtClean="0"/>
              <a:t>，阴极</a:t>
            </a:r>
            <a:r>
              <a:rPr lang="en-US" altLang="zh-CN" dirty="0" smtClean="0"/>
              <a:t>K</a:t>
            </a:r>
            <a:r>
              <a:rPr lang="zh-CN" altLang="en-US" dirty="0" smtClean="0"/>
              <a:t>和控制极（或称门极）</a:t>
            </a:r>
            <a:r>
              <a:rPr lang="en-US" altLang="zh-CN" dirty="0" smtClean="0"/>
              <a:t>G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20" t="29207" r="30318" b="6879"/>
          <a:stretch/>
        </p:blipFill>
        <p:spPr>
          <a:xfrm>
            <a:off x="323528" y="2230998"/>
            <a:ext cx="4093029" cy="43833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1853" y="2589808"/>
            <a:ext cx="503214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晶闸管导通的条件，两个</a:t>
            </a:r>
            <a:endParaRPr lang="en-US" altLang="zh-CN" dirty="0" smtClean="0"/>
          </a:p>
          <a:p>
            <a:r>
              <a:rPr lang="en-US" altLang="zh-CN" dirty="0" smtClean="0"/>
              <a:t>1.</a:t>
            </a:r>
            <a:r>
              <a:rPr lang="zh-CN" altLang="en-US" dirty="0" smtClean="0"/>
              <a:t>晶闸管阳极和阴极之间加正向电压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控制极电路加适当的正向电压</a:t>
            </a:r>
            <a:endParaRPr lang="en-US" altLang="zh-CN" dirty="0" smtClean="0"/>
          </a:p>
          <a:p>
            <a:r>
              <a:rPr lang="zh-CN" altLang="en-US" dirty="0" smtClean="0"/>
              <a:t>（控制极和阴极）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导通之后，控制极就失去了控制作用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关断晶闸管，</a:t>
            </a:r>
            <a:endParaRPr lang="en-US" altLang="zh-CN" dirty="0" smtClean="0"/>
          </a:p>
          <a:p>
            <a:r>
              <a:rPr lang="zh-CN" altLang="en-US" dirty="0" smtClean="0"/>
              <a:t>将阳极电流减小到使其不能维持正反馈过程，</a:t>
            </a:r>
            <a:endParaRPr lang="en-US" altLang="zh-CN" dirty="0" smtClean="0"/>
          </a:p>
          <a:p>
            <a:r>
              <a:rPr lang="zh-CN" altLang="en-US" dirty="0" smtClean="0"/>
              <a:t>将阳极电源断开或者在阴阳极之间加一反向电压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229042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862" y="219998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单相半波可控整流电路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4" t="24403" r="42311" b="32010"/>
          <a:stretch/>
        </p:blipFill>
        <p:spPr>
          <a:xfrm rot="16200000">
            <a:off x="226528" y="462838"/>
            <a:ext cx="2757714" cy="29891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35896" y="589330"/>
            <a:ext cx="22846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CN" dirty="0" smtClean="0"/>
              <a:t>α</a:t>
            </a:r>
            <a:r>
              <a:rPr lang="zh-CN" altLang="en-US" dirty="0" smtClean="0"/>
              <a:t>控制角</a:t>
            </a:r>
            <a:endParaRPr lang="en-US" altLang="zh-CN" dirty="0" smtClean="0"/>
          </a:p>
          <a:p>
            <a:r>
              <a:rPr lang="el-GR" altLang="zh-CN" dirty="0" smtClean="0"/>
              <a:t>Θ</a:t>
            </a:r>
            <a:r>
              <a:rPr lang="zh-CN" altLang="en-US" dirty="0" smtClean="0"/>
              <a:t>导通角 </a:t>
            </a:r>
            <a:r>
              <a:rPr lang="el-GR" altLang="zh-CN" dirty="0" smtClean="0"/>
              <a:t>α</a:t>
            </a:r>
            <a:r>
              <a:rPr lang="en-US" altLang="zh-CN" dirty="0" smtClean="0"/>
              <a:t>+</a:t>
            </a:r>
            <a:r>
              <a:rPr lang="el-GR" altLang="zh-CN" dirty="0" smtClean="0"/>
              <a:t>Θ</a:t>
            </a:r>
            <a:r>
              <a:rPr lang="zh-CN" altLang="en-US" dirty="0" smtClean="0"/>
              <a:t> </a:t>
            </a:r>
            <a:r>
              <a:rPr lang="en-US" altLang="zh-CN" dirty="0" smtClean="0"/>
              <a:t>=180°</a:t>
            </a:r>
            <a:r>
              <a:rPr lang="zh-CN" altLang="en-US" dirty="0" smtClean="0"/>
              <a:t> 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6200000">
            <a:off x="2692947" y="694537"/>
            <a:ext cx="51435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870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260648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电感性负载和续流二极管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99" t="16296" r="12698" b="21482"/>
          <a:stretch/>
        </p:blipFill>
        <p:spPr>
          <a:xfrm>
            <a:off x="251520" y="629980"/>
            <a:ext cx="5907315" cy="426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5576" y="5373216"/>
            <a:ext cx="4116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负载电压</a:t>
            </a:r>
            <a:r>
              <a:rPr lang="en-US" altLang="zh-CN" dirty="0" smtClean="0"/>
              <a:t>u</a:t>
            </a:r>
            <a:r>
              <a:rPr lang="en-US" altLang="zh-CN" baseline="-25000" dirty="0" smtClean="0"/>
              <a:t>0</a:t>
            </a:r>
            <a:r>
              <a:rPr lang="zh-CN" altLang="en-US" dirty="0" smtClean="0"/>
              <a:t>的波形与电阻性负载时相同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5177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1" t="54602" r="29207" b="2223"/>
          <a:stretch/>
        </p:blipFill>
        <p:spPr>
          <a:xfrm>
            <a:off x="-10999" y="692696"/>
            <a:ext cx="4891315" cy="29609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9512" y="332656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单相半控桥式整流电路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22" r="46628" b="84339"/>
          <a:stretch/>
        </p:blipFill>
        <p:spPr>
          <a:xfrm>
            <a:off x="539552" y="4005064"/>
            <a:ext cx="3515881" cy="107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996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70" t="12063" r="18254" b="1799"/>
          <a:stretch/>
        </p:blipFill>
        <p:spPr>
          <a:xfrm>
            <a:off x="0" y="0"/>
            <a:ext cx="7632967" cy="673886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13739" y="1239143"/>
            <a:ext cx="3647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老师说这章到底考不考他不知道，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>
                <a:solidFill>
                  <a:srgbClr val="FF0000"/>
                </a:solidFill>
              </a:rPr>
              <a:t>结果考试的时候就考了，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>
                <a:solidFill>
                  <a:srgbClr val="FF0000"/>
                </a:solidFill>
              </a:rPr>
              <a:t>就是这个题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5172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332656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单结晶闸管也称双基极二极管</a:t>
            </a:r>
            <a:endParaRPr lang="en-US" altLang="zh-CN" dirty="0" smtClean="0"/>
          </a:p>
          <a:p>
            <a:r>
              <a:rPr lang="zh-CN" altLang="en-US" dirty="0"/>
              <a:t>他</a:t>
            </a:r>
            <a:r>
              <a:rPr lang="zh-CN" altLang="en-US" dirty="0" smtClean="0"/>
              <a:t>有一个发射极和两个基极</a:t>
            </a:r>
            <a:endParaRPr lang="en-US" altLang="zh-CN" dirty="0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39" t="31534" r="12222" b="26984"/>
          <a:stretch/>
        </p:blipFill>
        <p:spPr>
          <a:xfrm>
            <a:off x="-1" y="978987"/>
            <a:ext cx="5439519" cy="259402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351"/>
          <a:stretch/>
        </p:blipFill>
        <p:spPr>
          <a:xfrm rot="16200000">
            <a:off x="2753660" y="829362"/>
            <a:ext cx="1370693" cy="685800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3" t="24180" r="45414" b="17599"/>
          <a:stretch/>
        </p:blipFill>
        <p:spPr>
          <a:xfrm rot="16200000">
            <a:off x="6062009" y="-138207"/>
            <a:ext cx="2528650" cy="378047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400" r="56984"/>
          <a:stretch/>
        </p:blipFill>
        <p:spPr>
          <a:xfrm rot="16200000">
            <a:off x="5792311" y="1804616"/>
            <a:ext cx="2212521" cy="463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364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464"/>
          <a:stretch/>
        </p:blipFill>
        <p:spPr>
          <a:xfrm rot="16200000">
            <a:off x="2463149" y="-1374917"/>
            <a:ext cx="3010807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132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212</Words>
  <Application>Microsoft Office PowerPoint</Application>
  <PresentationFormat>全屏显示(4:3)</PresentationFormat>
  <Paragraphs>30</Paragraphs>
  <Slides>8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9" baseType="lpstr">
      <vt:lpstr>Office 主题</vt:lpstr>
      <vt:lpstr>第十九章 电力电子技术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第十九章 电力电子技术</dc:title>
  <dc:creator>Administrator</dc:creator>
  <cp:lastModifiedBy>China</cp:lastModifiedBy>
  <cp:revision>5</cp:revision>
  <dcterms:created xsi:type="dcterms:W3CDTF">2018-01-22T03:36:42Z</dcterms:created>
  <dcterms:modified xsi:type="dcterms:W3CDTF">2018-01-22T04:12:08Z</dcterms:modified>
</cp:coreProperties>
</file>