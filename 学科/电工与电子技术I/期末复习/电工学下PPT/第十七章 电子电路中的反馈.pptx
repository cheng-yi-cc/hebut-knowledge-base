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4T03:28:36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11088 1860,'-25'0,"75"0,24 0,1 0,24 0,0 0,75 0,-25 0,24 0,1 0,-1 0,-49 0,-24 0,-26 0,1 0,-1 0,0 0,1 0,24 0,50 0,-50 0,0 0,0 0,1 0,-51 0,26 0,-26 0,1 0,24 0,-49 0,50 0,-26 0,50 0,-49 0,49 0,0 0,-24 0,24 0,25 0,-25 0,-24 0,-1-24,1 24,24 0,-25-25,1 0,-1 25,-24 0,49-50,-74 50,-1-24,26-1,-25 0,-25 0,25 25,-25-50,24 26,-24-26,0 0,0 1,0 24,0-25,0 1,0 24,0-25,0-24,0 24,-49 26,-1-76,1 51,-75-1,49 25,-49-49,50 49,-1-24,-73 24,-1-25,74 25,-24 1,-25-1,0 25,25-25,-25 0,0 25,49 0,-49-25,50 25,-25 0,24-25,-24 25,25-24,-1-1,1 25,24 0,1 0,-1 0,-24-25,-1 25,-24 0,49 0,-49 0,25 0,-50 0,24 0,1 0,25 0,-1 0,1 0,0 25,24-25,-24 25,24-1,25-24,-24 0,-1 25,25 0,0-25,-49 50,49-25,0-25,-49 49,49-49,0 25,-49 25,49-50,25 24,-50 1,1 25,24-50,0 49,0-24,-49 25,49-1,0-49,1 50,-1 24,0-24,25-25,-25 24,0 1,25-25,0 24,0-24,0 25,0-25,0 24,0-24,25 0,-25 0,25-1,0 26,0-25,-1 0,26 0,0-1,-1 1,1 0,-1-25,1 25,-25 0,24-25,-24 24,0-24,0 0,0 0</inkml:trace>
  <inkml:trace contextRef="#ctx0" brushRef="#br0" timeOffset="17221.1934">4143 7565,'99'0,"75"-24,24 24,50 0,0 0,0 0,-25 0,-99 0,-49 0,-50 0,-1 0,1 0,-25 24,0 26,0-25,0 0,0-1,0 1,0 25,0-25,0 24,-49-24,49 0,-50 0,25-1,-24-24,24 0,-25 25,1-25,-1 0,-24 0,-1 0,1 0,-50 0,25 0,-1 0,1 0,49 0,1-25,-1 25,25-24</inkml:trace>
  <inkml:trace contextRef="#ctx0" brushRef="#br0" timeOffset="18007.7734">4812 7714,'0'0,"-74"0,-25 75,49-75,-49 49,49-24,-24 0,49 0,0-1,1 1,24 25,24-25,51 0,-26-1,1 1,0 25,-1-50,-24 25,0-1,0-24,-1 0,-24 25,25-25</inkml:trace>
  <inkml:trace contextRef="#ctx0" brushRef="#br0" timeOffset="27880.0899">15181 4093,'0'-25,"25"25,-1-25,26 0,0 25,-26 0,1-24,0 24,25 0,-26 0,26 0,24 0,26 0,49 0,-1 0,51 0,-1 0,50 24,25 26,-50-25,25-25,0 25,25-1,-49 1,24-25,0 0,25 0,-50 0,25 0,-50 0,-49 0,50 0,-26 0,1 0,-1 0,26 0,-50 0,49 0,-24 0,-1 0,1 0,-50 0,-25 0,0 0,-24 0,-1 0,-24 0,24 0,-49 0,0 0,0 0,24 0,-24 0,0 0,0 0,0 0,49 0,0 0,1 0,24 0,0 0,-24 25,-1 0,-24-25,-26 0,1 0</inkml:trace>
  <inkml:trace contextRef="#ctx0" brushRef="#br0" timeOffset="55819.6987">2853 10071,'-25'25,"50"-25,24 0,-24 0,25 24,0-24,-26 0,26 0,24 0,-24 0,0 0,-26 0,26 0,-25 0,24 0,-24 0,0 0,0 0,0 0,-1 0,1 0,25 0,-1 0,-24 0,25 0,-1 0,1 0,24 0,-24 0,0 0,-25 0,24 0,1 0,-25 0,-1 0,1 0,0 0,0 0,0 25,-1-25,26 0,-25 0,0 0,24 0,-24 25,0-25,0 0,24 0,-24 25,0-25,0 0,-1 0,1 0,25 0,-25 0,-1 0,26 0,-25 0,0 0,-1 0,1 0,0 0,0 0,0 0,0 0,-1 0,1 0,0 0,0-25,0 0,-1 25,1-25,0 1,0 24,-25-25,25 25,-1 0,-24-25,25 25,-25-25,0 0,0 0,0 1,0-26,0 25,0 0,0 1,0-26,0 25,-25-24,25 24,0 0,-24 0,24 0,-25 1,25-26,-25 0,25 26,-25-26,0 25,25-24,-49-1,24 25,25-24,-25 49,0-50,-24 25,49 0,-25 1,0 24,0-25,0 25,25-25,-24 25,-1 0,0 0,-74-50,49 50,-49-25,25 1,-26-1,-48-25,24 25,24 25,26-24,-25-1,49 25,0 0,-24 0,0 0,24 0,-24 0,-26 0,-24 0,50 0,0 0,-1 0,1 0,24 0,0 0,26 0,-1 0,0 0,0 25,0-25,1 24,-1-24,25 25,-25-25,0 25,25 0,-25 0,1-25,-1 49,0 1,25-25,-25 0,25-1,-25 26,1 0,24-26,0 1,-25 25,25-25,0 24,0 1,0-25,0 24,0 1,0-25,0 24,25 1,-1-25,-24-1,50 51,-50-50,50 24,-26 1,51-1,-50-24,49 75,0-76,1 51,74-1,-50-24,25-25,50 49,-75-49,-25 0,50-1,-49-24,-1 0,1 25,-26-25,1 0,-1 0,1 0,0 0,-26 0,26 0,-25 0,24 0,26 0,-26 0,26 0,-26 0,51 0,-26 0,0 0,51 0,-26 0,-25 0,25 0,25 0,-49 0,-50 0,-1 0,1 0,0 0,0-25,0 1,-1 24,1-25,25 0,-25 0,-1 0,1 1,0 24,0-50,0 50,-25-25,0 0,0 1,24-1,-24-25,0 25,0-49,0 24,0 1,0-1,0 0,0 1,0-1,0 1,0-1,0 25,0-24,0 24,0-25,0 1,-24 24,-1 0,0-25,0 26,0-1,-49 0,49 25,-99-25,50-24,-25-1,-25-24,-25 24,25 50,0-50,24 25,26 1,0-1,24 25,25 0,0-25,1 25,-1 0,0 0,0 0,0 0,1 0,-1 0,0 0,0 0,0 25,1-25,-1 25,0-25</inkml:trace>
  <inkml:trace contextRef="#ctx0" brushRef="#br0" timeOffset="60912.2527">7243 11385,'124'0,"100"0,-51 0,100 0,-50 0,1 0,-26 0,-49 0,-75 0,-49 0,0 0,0 0,-1 0,1 0,25 25,49 0,-49-25,99 25,-25 0,49-1,26 1,49 0,-25 0,-25 0,50-25,-99 0,0 0,-50 0,-49 0,-25 0,-1 0,1 0,0 0,50 0,-26 0,50 0,25 0,-24 0,24 0,-25 0,-25 0,-24 0,24 0,-49 0,0-25,-25 0,25 25,-1-25,1 0,-25 1,0-1,25 25,-25-25,0-49,0 24,25 0,-25-24,0-1,0 1,0 0,0-1,-75 1,1-50,24 25,-49 24,74 26,-24 24,24 0,0 0,0 0,25 1,-24 24,-1-25,0 25,0-25,-24 25,-1 0,0 0,1 0,-26 0,26 0,-26 0,26 25,-1 0,-24-1,24 26,25 0,-49-1,74-24,-25 25,25-26,-25 1,25 25,0-1,0 1,0 0,0-1,99 50,-24-49,49 24,25 1,49-50,25 24,1-49,-26 0,-74 0,0 0,-74 0,-50-24,0-1</inkml:trace>
  <inkml:trace contextRef="#ctx0" brushRef="#br0" timeOffset="62073.9655">16992 11088,'0'0,"0"24,0 1,24 25,51-50,24 25,0 0,50-1,-50 1,0-25,1 0,-51 0,1 0,-25-25,0 1,-25-26,0 0,0 1,24-26,-24 26,0-1,0-24,0 24,0 0,0-24,-24 0,-26 24,0-49,26 0,-26 24,0 1,1-25,-1 49,25 0,0 25,-24 25,-1 0,-24 25,-1 25,26-25,-1 24,-24-24,24 25,25-1,25-24,0 0,0 25,0-26,0 1,0 0,0 0,25 0,0-1,0 1,0-25,-1 50,26-25,-25-1,24 1,-24 0,0-25,25 25,-1-25,-24 0,0 0</inkml:trace>
  <inkml:trace contextRef="#ctx0" brushRef="#br0" timeOffset="63639.7846">7541 12105,'0'24,"0"1,25 0,0-25,24 0,-24 0,0 0,24 0,-49-25,0 0,25 1,0-26,-25 0,25-24,-25 24,0-24,0 0,0-1,0-24,0 25,0-1,-50 1,25 24,-24-24,24 24,0 25,0 0,1 1,24-1,-25 25,0 0,0 0,0 0,-49 0,49 25,-24-1,24 1,-25 0,25 50,-24-26,-1 1,25-1,-24 51,24-51,25 1,0 24,0 1,0-26,0 26,0-26,0 1,25 24,-1 1,26-1,0 1,24-1,1 0,49-24,24 24,-98-49,0 0,-1-25,-24 0,0 0,0 0,-1 0,1-50,-25-24,0 49,0-24,0 24,0-25,0-24,0 49,0 0</inkml:trace>
  <inkml:trace contextRef="#ctx0" brushRef="#br0" timeOffset="65239.8472">13320 12402,'25'0,"0"0,0-24,0-1,-25-25,24 1,1 24,-25-25,25 0,-25-24,25 0,0-1,0 1,-25-1,0 1,0 0,0-1,0 26,0-1,0 0,0 1,0-1,0 25,-25-24,-25-1,25 25,0 0,1 1,-1 24,0 0,-99 49,74-24,1 0,-1 25,-24-26,49 26,-49 24,-1-24,50 0,-49 49,74-25,-50-24,26 24,-1 1,25-26,-25 50,25-49,0 24,0-24,0 0,25 24,-25-24,49-1,-24 1,25-25,-25 24,24-24,26 0,-1-25,0 0,1 0,-26 0,-24 0,0 0,25 0,-26-25,-24 0,0 1,0-1,25 25,-25-25,0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1T10:33:13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16024 843,'0'50,"0"-25,0 0,0-1,0 51,0-50,0-1,0 26,0-25,-25 0,25 24,0 1,0-1,0 1,0 0,0-1,0 1,0-1,0 26,0-1,0-24,0 0,0 24,0-49,0 24,0 1,0 0,0-1,0-24,0 0,0 24,0 1,0-25,0 24,0-24,0 25,0-1,0-24,0 0,0 0,0 0,0-1,0 26,0-25,0 0,0 0,0-1,0 1,0 0,0 0,0 24,0-24,0 0,0 0,0 0,0-1,0 1</inkml:trace>
  <inkml:trace contextRef="#ctx0" brushRef="#br0" timeOffset="2164.7173">16123 819,'25'0,"74"0,50 0,-50 0,25 0,1 0,-1 0,-50 0,0 0,-24 0,0 24,-26-24,26 0,-25 0,0 0,-1 25,1 0,0-25,0 25,-25 0,0 24,0-24,0 0,0 0,0 49,0-49,0 49,0-24,-25 24,25-24,0-1,0 26,-25-26,25 1,0 25,0-26,0 1,0-1,-25 26,25-26,0 26,0-26,0 26,0-1,0 1,0-1,0-24,0-1,0 1,0-25,0 24,0-24,0 0,0 0,0 0,0-1,0 1,0 0,0 0,0 0,0-1,0 26,0-25,0 0,0-1,0 1,0 0,-24 0,-1-25,0 25,-25-1,-24-24,24 0,-24 0,-50 25,25-25,24 0,1 0,-1 0,26 0,24 0,0 0,-24 0,24 0,0 0,0 0,0 0,1 0,-1 0,0 0,0 0,25-25,-25 25,25-24,-24 24</inkml:trace>
  <inkml:trace contextRef="#ctx0" brushRef="#br0" timeOffset="2948.9861">16223 1587,'49'0,"-24"0,0 0,0 0,-1 25,1-25,0 0,0 0,0 0</inkml:trace>
  <inkml:trace contextRef="#ctx0" brushRef="#br0" timeOffset="3593.3488">16024 2505,'25'0,"25"0,-1 0,-24 0,25 0,-1 0,-24 0,0 0,0 0,-1 0,1 0,0 0</inkml:trace>
  <inkml:trace contextRef="#ctx0" brushRef="#br0" timeOffset="4092.5694">16347 2208,'0'24,"0"1,0 0,0 0,0 0,0 24,0-24,24-25,-24 25,0 0,0 24,25-24,-25 0,0 24,0 1,0-25</inkml:trace>
  <inkml:trace contextRef="#ctx0" brushRef="#br0" timeOffset="4743.2852">16917 1935,'50'-25,"-25"25,24 0,1 0,-1 0,1 0,24 0,-49 0,0 0</inkml:trace>
  <inkml:trace contextRef="#ctx0" brushRef="#br0" timeOffset="6421.9376">16495 1116,'0'25,"0"0,0 0,-24 24,24-24,0 0,0 0,0-1,0 1,0 25,0-25,0-1,0 1,0 0,49-25,1-25,-1 25,-49-25,0 1,0-1,0 0,0 0,0 0,0 1,0-1,0 0,-24 0,-1 0</inkml:trace>
  <inkml:trace contextRef="#ctx0" brushRef="#br0" timeOffset="8142.5075">16868 1463,'-25'0,"0"-24,0-1,25 0,0 0,-25 25,1-49,24 24,0 0,0 0,0 0,24 25,1 0,0 0,0 0,0 0,-1 0,1 0,0 25,0 0,0-25,-25 50,24-50,-24 24,50-24,-25 0,0-24,-1-1,-24 0,0 0,0 0,0-24,0 24,0 0,-49 25,24 0,0 25,0 0,1 0,-1-1,0 26,0-50,0 25,1 24,-1 1,0-25,0 0,25-1,0 1,0 0,-25-25</inkml:trace>
  <inkml:trace contextRef="#ctx0" brushRef="#br0" timeOffset="9821.7249">17388 1935,'50'0,"0"0,-1 0,-24 0,25 0,24 0,-49 0,25 0,24 0,0 0,-24 0,49 0,50 0,0 0,0 0,-25 0,24 0,-48 0,-1 0,-49 25,-26-25,1 0,0 0</inkml:trace>
  <inkml:trace contextRef="#ctx0" brushRef="#br0" timeOffset="10296.063">19100 1662,'50'0,"-50"50,0-1,0 1,0-1,24 26,-24-50,0 49,25 0,0-24,-25-25,0 24,0 1,25-25,-25-50,0 0,0-24</inkml:trace>
  <inkml:trace contextRef="#ctx0" brushRef="#br0" timeOffset="11252.1258">19150 1761,'0'-25,"49"25,26 0,24 0,0 0,25 0,25 0,-75 0,-49 0,25 0,-25 0,24 0,-24 0,0-24,0 24,24 0,1 0,-1-25,-24 25,25 0,-25 0,-1-25,1 25,0 0,0 0,-25 25,0 0,0 24,0-24,0 0,0 24,0-24,0 0,0 0,0 0,0-1,-25 26,25-25,0 0,0-1,-25 1,-24 0,24-25</inkml:trace>
  <inkml:trace contextRef="#ctx0" brushRef="#br0" timeOffset="11982.7057">19348 2183,'25'0,"99"0,49-25,-49 0,25 0,-49 1,-51 24,50-50</inkml:trace>
  <inkml:trace contextRef="#ctx0" brushRef="#br0" timeOffset="13653.9173">20539 1860,'74'0,"25"0,0 0,26 0,23 0,-48 0,-1 0,0 0,-49 0,24-24,-49 24,0 0,-1 0,1 0,-25-25,25 25,0 0,0 0,-1 0,1 0,0 0</inkml:trace>
  <inkml:trace contextRef="#ctx0" brushRef="#br0" timeOffset="16862.1243">16992 1712,'24'0,"-24"24,0 1,0 0,0 0,0 24,0-24,0 0,0 0,0 0,0-1,0 26,0-25,0 0,0-1,0 1,0 0,-24-25</inkml:trace>
  <inkml:trace contextRef="#ctx0" brushRef="#br0" timeOffset="17877.7606">18257 1290,'0'25,"0"-1,0 1,0 0,0 0,0 49,24 1,-24-51,0 26,0 0,0-1,0 1,0 24,0-49,0 0,0 0,0 0,0-1,0 1</inkml:trace>
  <inkml:trace contextRef="#ctx0" brushRef="#br0" timeOffset="19000.5114">21531 1166,'0'25,"0"-1,0 1,0 25,0-1,0 1,0-25,0 0,0 24,0-24,0 0,-25 0,25-1,0 1,0 0,0 0,0 0,0 0,0-1,0 1,0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4T03:29:49.5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14982 1736,'50'0,"-25"0,0 0,99 0,24 0,-24 0,50 0,-50 0,25 0,-75 0,-24 0</inkml:trace>
  <inkml:trace contextRef="#ctx0" brushRef="#br0" timeOffset="565.8177">15156 2431,'25'49,"24"-24,26-25,49 0,49 25,-24-25,-74 0,-1 0,-49 0,25 0,-1 0,26 0</inkml:trace>
  <inkml:trace contextRef="#ctx0" brushRef="#br0" timeOffset="4412.6093">18232 1935,'25'0,"-25"-25,0 0,0 0,0 1,0-1,0-25,0 25,0 1,0-1,0 0,0 0,0 0,0 0,-25 1,25-1,-25 0,0 25,25-25,0 0,-25 1,-24-1,49 0,0 0,-25 0,0 1,0-26,1 25,24 0,-25 25,25-24,-25 24,0-25,-24 25,-26-25,1 0,-1 25,1-25,-1-24,1 24,0 0,24 0,0 1,26-1,-26 0,25 0,0 0,1 1,24-1,0 0,-25 25,25-25,0 0,-25 1,0-1,0 25,25-25,-24 25,-26 0,25-25,-24 25,-26 0,26-25,-26 25,1-24,-50 24,24 0,1 0,0 0,-25 0,25 0,-25 0,49 0,1 0,49 0,0 24,-24-24,24 25,0 0,0 0,25 0,-25-1,25 1,0 0,0 0,0 0,-24-1,24 1,0 0,0 0,0 24,-25-24,25 0,0 25,0-26,0 26,0-25,0 24,0 1,0-25,0 0,0-1,0 1,0 0,0 0,0 0,0-1,0 1,-25-25,25 25,0 25,0-26,-25 1,25 0,0 0,0 0,0 0</inkml:trace>
  <inkml:trace contextRef="#ctx0" brushRef="#br0" timeOffset="12800.5956">21630 1860,'25'0,"0"0,-1-24,-24-1,0 0,0 0,0 50,0 0,0 0,0-1,0 1</inkml:trace>
  <inkml:trace contextRef="#ctx0" brushRef="#br0" timeOffset="16765.328">21680 1836,'0'-25,"0"0,0 0,0 0,0-24,0 24,0-25,0 25,0 1,0-1,0 0,0-25,-25 50,25-24,0-1,-25 25,25-50,-25 25,0 25,25-24,-24 24,24-25,-25 25,25-25,-50 25,25 0,-49-50,24 50,1 0,24-24,-25-1,1 25,-1-25,1 0,24 0,0 25,0 0,0 0,25-24,-24 24,-1 0,0-25,0 25,-25 0,26 0,-1 0,0 0,0 0,0-25,1 25,-1 0,0 0,-25-25,26 25,-1 0,-25 0,1 0,-1-25,25 25,0-24,-24 24,24-25,0 0,0 25,25-25,0 0,-24 1,-1-1,25 0,0 0,0 0,0 1,-25-26,0 25,0 0,25 1,-24-1,-26-25,0 25,1 0,-1 1,25-26,-49 0,24 26,25-1,-24-25,-1 25,25 25,1 0,-1-24,-25-1,25 25,-24-25,24 25,-49-25,-1 25,1 0,-1-25,-24 25,50-24,-51-1,75 25,-24 0,24 0,0 0,0 0,1 0,-1 0,0 0,0 0,-24 0,-1 0,0 0,1 0,-26 0,26 0,24 0,-49 0,-1 0,1 0,-1 0,26 0,-1 0,-24 0,49 0,-25 0,25 0,1 0,-1 0,0 0,0 0,-24 0,-26 0,26 0,-51 0,26 0,-25 0,24 0,-24 0,25 0,-1 0,26 0,-26 0,26 0,-1 0,0 0,26 0,-1 0,-25 0,25 0,1 0,-1 0,-25 0,25 0,1 0,-26 25,50-1,-25-24,0 0,-24 25,24 0,0-25,25 25,-49 24,-1-24,0 99,-24-49,0 74,-26-25,51-25,-51 25,51 0,-26-50,51 25,-26-24,25-50,0 24,1 1,-1-1,0-24,25 0,-25 0,25 0,0-1,-25 1,25 25,-49 49,49-49,0-1,-25 26,25-50,0 24,0-24,-25-25,50 25</inkml:trace>
  <inkml:trace contextRef="#ctx0" brushRef="#br0" timeOffset="20628.8243">1637 4837,'25'0,"25"0,24-25,75 25,25 0,-25 0,322 0,-248 0,-24 0,49 25,-25-25,-50 0,26 50,-50-50,-50 24,0 1,25-25,-49 0,-1 25,25-25,-24 0,49 0,0 0,49 0,51 0,24 0,0 0,25 0,-25 0,24 0,-48 0,-26 0,1 0,-26 0,-24 0,-25 0,-25 0,-24 0,-26 0,1 0,-1 0,-24 0,0 0,0 0,0 0,24 0,-24 0,0 0</inkml:trace>
  <inkml:trace contextRef="#ctx0" brushRef="#br0" timeOffset="22702.5967">10220 4787,'25'0,"49"0,25 0,1 0,48 0,-48 0,73 0,-49 0,0 0,25 0,25 0,24 0,-74 0,50 0,-1 0,26 50,-25-50,-26 0,26 25,0 0,-50-25,49 0,-24 0,-25 0,0 0,25 0,-25 0,25 0,0 0,24 0,1 0,-50 0,25 0,-25 0,-25 0,-25 0,1 0,-26 0,1 0,-25 0,24 0,1 0,74 0,0 0,25 0,49 0,1 0,-75 0,25 0,-25 0,-25 0,-25 0,-24 0,0 0,-26 0,1 0,0 0,0 0,0 0,-1 0,1 0,25 0,49 0,-25 0,50 0,0 0,1 0,48 0,1 0,-75 0,25 0,0 0,-50 0,1 0,-50 24,-1-24,26 25</inkml:trace>
  <inkml:trace contextRef="#ctx0" brushRef="#br0" timeOffset="24037.2223">20439 4663,'50'0,"-25"0,0 25,-1-25,1 0,25 25,-1 0,26-25,24 24,75 1,-1 0,-24-25,-25 0,-49 0,-51 0,1-25,0 25,-25-25,25-24,-25-1,25 1,-25-1,0 25,0-24,0-1,24 0,-24 1,0 24,0-25,0 1,0 24,0 0,-24-24,-1 49,-25-25,25 0,-24 25,-26 0,26 0,-1 0,25 0,1 0,-1 0,0 0,0 0,0 25,1 0,24-1,-25 26,0 0,25-1,0 26,0-51,-25 26,25 24,0-49,0 25,0-1,25-49,0 0,0 0,-1 0,1 0,-50 25</inkml:trace>
  <inkml:trace contextRef="#ctx0" brushRef="#br0" timeOffset="25103.9472">3051 5556,'124'0,"75"0,49 0,49 0,1 0,-25 0,-50 0,-24 0,-50 0,-75 0,-24 0,-26 0,1 0,0 0,25 0,-1 0,1 0,24 0,-24 0,-1 0,1 0,-25 0,0 0</inkml:trace>
  <inkml:trace contextRef="#ctx0" brushRef="#br0" timeOffset="26557.0674">13370 5631,'0'24,"25"1,0-25,24 25,26 0,-26-25,26 0,-1 0,25 0,-24 0,-26 0,26 0,-50-25,49 0,-74 0,25 25,-25-24,25-26,-25 25,0 0,0-49,0 24,0 1,0 24,0-25,0-24,0 24,-25-49,-25 50,25 24,-24-25,24 1,0 24,-24 0,24 25,0 0,-25 25,26 0,-1 24,-25-24,50 0,-49 24,24 1,0 0,25-26,0 26,0 0,-25-1,25 1,0-25,0 24,0 1,25-25,0-1,-25 26,25-25,24 24,-24-24,0 0,0 0,24-25,26 25,-1-25,-24 0,24 0,-24 0,-26 0,1 0,-25-25,-25 0,1 25,-1 0</inkml:trace>
  <inkml:trace contextRef="#ctx0" brushRef="#br0" timeOffset="36308.7037">372 6375,'25'0,"0"0,25 0,24 0,0 0,26 0,49 0,-25 0,49 0,-24 0,25 0,49 0,-25 0,50 0,-49 0,-75 0,25 0,-50 0,-50 0,-24 0,0 0,0 0,0 0,24 0,1 0,24 0,26 0,24 0,49 0,1 0,24 0,1 0,-1 0,-24 0,-50 0,25 0,-50 0,-25 0,1 0,24 0,-25 0,1 0,-1 0,1 0,-1 0,0 0,1 0,-1 0,25 25,50-1,-74-24,49 0,49 25,-49-25,25 25,-25 0,-25-25,25 25,-49-1,-1-24,-24 25,24-25,-49 0,50 0,-26 0,26 0,-1 0,0 0,26 0,48 25,-48-25,73 0,-49 0,25 0,-25 0,25 0,0 0,0 0,-25 0,24 0,1 0,0 0,-25 0,50 0,-50 0,25 0,-25 0,24 0,1 0,25 0,0 0,-26 0,1 0,25 0,-50 0,50 0,-50 0,-25 0,-50 0,26 0,-50 0,-1 0</inkml:trace>
  <inkml:trace contextRef="#ctx0" brushRef="#br0" timeOffset="41164.6426">2010 7144,'24'25,"1"-1,25 1,-25 0,-1 0,51 0,-26-1,26 1,-26 0,1-25,74 25,-50 0,-49-25,0 0,0 0,0 0,-1 0,1 0,0 0,25 0,-1 0,1 0,24 0,26-25,-76 0,26-25,0 26,24-1,-24 0,-50 0,0 0,0-24,-25 24,25-25,-25 26,-25-26,26-24,-51-1,50 25,-49-24,24 0,1 24,-1 0,25 26,-24-26,-1 0,25 50,-24-49,-1 24,-24 25,24 0,0-25,-24 0,24 25,-24 0,24 0,-24 0,49 0,0 0,1 0,-26 0,25 25,25 0,0 0,0 0,-25-1,25 1,-24 25,-1-1,25 1,0 0,0-26,0 1,0 25,0-1,0 1,0-25,0 0,0 24,49-24,1 50,-25-51,24 1,26 25,49-1,-25 1,0-50,25 50,-49-26,-1 1,-49-25,0 0,-25 25,0 0,-25-25,0 25,0-25,0 0,-24 0,-1 0,1 0,24 0,-25 0,-24 0,24 0,25 0,1 0,-1 0,-25 0,25 0,1 0,-1 0,50 0,74 0,50 0,24 0,75-25,-24-25,-76 25,26 1,-100 24,1 0,-50 0,-1 0,1 0,25 0,-25 0,-1 0,51 0,-1 0,1 0,-1 0,-24 0,24 0,-24 0,24 0,-24 0,-25 0,24 0,-24 0</inkml:trace>
  <inkml:trace contextRef="#ctx0" brushRef="#br0" timeOffset="43941.4044">1637 8210,'0'-24,"25"-1,50 25,98 0,26 0,24 0,0 0,-24 0,-51 0,1 0,-49 0,-26 0,-24 0,-26 0,1 0,0 0,0 0,24 0,-24 0,25 0,24 0,-24 0,49 0,25 0,0 0,0 0,25 25,25-25,-1 0,-24 24,25-24,-25 0,-1 0,1 0,0 0,25 0,-1 0,1 0,-25 0,24 0,-49 0,0 0,-49 0,-1 0,-49 0,0 25,0-25,-1 0,1 0,0 0,0 0,0 0,24 0,50 0,-24 0,24 0,0 0,-24 0,-1 0,-24 0,-25 0</inkml:trace>
  <inkml:trace contextRef="#ctx0" brushRef="#br0" timeOffset="45132.7668">8310 8086,'50'0,"-26"0,51 0,-26 0,75 0,25-99,-74 49,24 1,-50-26,1 26,-25 24,-25-25,0 1,0-1,0-24,0-1,-25 1,25 0,-25-26,-24 1,-1 25,50 49,-25 0,0 25,-49 25,49 0,-24 0,49-1,-25-24,25 25,-25-25,25 25,0 0,0 24,0 1,0 0,0-1,0 26,0-51,25 51,0-1,-1-24,1-1,0 1,0 0,-25-1,25-24,-1 0,-24 0,25-1,0 1,0-25,0 0,-1 0,1 0,0 0</inkml:trace>
  <inkml:trace contextRef="#ctx0" brushRef="#br0" timeOffset="46303.7435">12651 8210,'0'25,"25"0,24-25,-24 25,25-25,-26 0,26 0,-25 0,49 0,-24-25,-25 25,49 0,0-25,-24 25,24-25,1 25,-26 0,1 0,0 0,-25 0,-1 0,26-24,-25-26,49 50,1-74,-51 49,26-25,-50 25,25 0,-25-24,0-26,0 26,0-1,0 1,-50-1,1-49,-1 24,0 26,-24-26,24 26,26 24,-26 25,25 0,0 0,-24 0,-1 25,0 99,1-25,-1 50,50-75,-25 1,1-1,-1 0,25-24,0 0,0-1,0-24,0 25,25 24,-25-49,24 0,26 24,-25-49,0 0,-1 0,1 0,0 0,0 0</inkml:trace>
  <inkml:trace contextRef="#ctx0" brushRef="#br0" timeOffset="47604.8851">5284 9079,'49'0,"26"-25,-26-50,1 50,-25-24,0 24,-25 0,0-24,0-26,0 26,0 24,0-50,-25 26,0-50,0 49,-24 0,49 26,-25 24,25-25,-25 25,0 0,0 0,1 0,-26 0,50 25,-50-1,26 1,-1 0,25 25,0-26,-25 51,25-1,0 1,0-1,0-24,0 24,0 0,25-24,0 0,-1-25,-24-1,25 1,0 0,0-25,24 0,26 25,-1-25,1 0,-26 0,1 0,-25 0</inkml:trace>
  <inkml:trace contextRef="#ctx0" brushRef="#br0" timeOffset="48725.7483">9922 9277,'25'0,"49"0,1 0,24 0,-25-25,-24-24,25-1,-51 0,1 1,-25-1,0-24,0 49,0-25,0 1,0-26,0 50,-25-24,1-1,-26-24,25 49,-25-25,50 26,-49-1,24-25,-25 25,26 25,-1 0,0 0,0 0,0 0,1 0,-1 0,-25 25,1 0,24 49,-25 1,25-1,1 1,24-1,0 0,0-24,0 24,0-24,24 25,-24-1,50-24,-50-26,25 26,0 0,-1-50,1 24,0-24,0 0,0 0,24 0,-24 0,0 0,-25-24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4T03:31:18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15305 3373,'0'0,"0"25,0 0,0 25,0 24,0-24,0-1,0 26,0-1,0 1,0-26,0 26,0-26,0 1,0 24,0-24,0 24,0-49,0 25,0-26,-25 26,25-25,0 0,0-1,-25-24,0 25,25 0,-24 0,-1 0,0-1,-25 26,26-25,-1 0,0-1,-25 1,1 25,-26-25,51-25,-51 49,26-24,-1 0,25 0,0-25,-24 0,-1 25,25-25,-24 0,-1 24,0-24,-24 0,49 0,0 0,-49 0,0 0,49 0,-25 0,25 0,-24 0,24 0,0 0,0 0,-49 0,24-24,1-1,-1 0,1 0,-1 25,50-25,-50 1,25-1,1 0,-1 0,0 0,0 0,0 1,1-1,-1-25,0 1,25 24,0 0,-25-25,0 26,25-26,0 25,0 0,-24 1,-1-26,25 25,0 0,-25 1,0-1,25 0,-25 25,1-25,24 0,-25 25,-74 50,74 0,-25 49,1 25,-1-25,0 0,1-24,49-51,-25 26,0-50,25 25</inkml:trace>
  <inkml:trace contextRef="#ctx0" brushRef="#br0" timeOffset="5765.8669">2282 5085,'0'25,"25"24,0-24,-25 0,25 0,-25 0,25-25,-25 24,24-24,1 0,25 0,-25 25,-1-25,1 0,0 0,0 0,0 0,-1 0,-24-25,50 25,-25-24,0 24,-1-50,26 25,-25 0,0 1,24-1,-24 0,0 0,0 0</inkml:trace>
  <inkml:trace contextRef="#ctx0" brushRef="#br0" timeOffset="10782.1022">8781 2307,'-25'0,"50"0,25 0,-25 0,24 0,-24 0,0 0,0 0,-1 0,1 0,0 0,0 0,0 0,-1 0,1 0,0 0,-25-25,50 0,-26-24,26 24,-25-25,0 25,0 1,-25-26,24 25,-24 0,0 1,0-1,0 0,0 0,0 0,-24 25,-1 0,0 0,-25 0,1 0,24 25,-25 0,25 0,-24 0,-1-1,25 1,1-25,-1 25,0-25,0 50,0 24,25 0,0 1,0 24,0-25,50 1,-25-50,24 49,1-49,0 0,-1-25,-24 0,25 0,-26 0,1 0,0 0,-25-25,0 0,25 0,-25 0,0 1,0-26,0 0,0 26,0-1,0 0,0 0,0-24,0 24,0-25,-25 25,25 1,-25-1,25 0</inkml:trace>
  <inkml:trace contextRef="#ctx0" brushRef="#br0" timeOffset="18966.2781">13990 10964,'0'24,"0"1,0 0,0 0,25 0,25-1,24 1,-24-25,24 0,0 0,1 0,-1 0,1 0,-26 0,1-25,-25 1,49-1,-74 0,50 0,-1 0,-49 1,25-1,0-25,-25 1,25-1,0 0,-25 26,0-51,0 26,0-26,0 1,0-1,0 1,-50-25,25 24,0 26,-24-1,-1-49,25 49,-24 25,-50-24,24 24,1 0,-26 25,26 0,-25 0,24 0,1 0,24 0,26 0,-26 0,25 25,0-25,-24 50,-1-26,1 26,-1 24,-24-24,24 0,0 49,25 0,1-49,-1 49,25-25,0-24,0 0,0-1,0 1,25-1,24 1,-24-25,25 24,74-24,0-25,49 25,26-25,-26 0,1 0,-25 0,-50 0,-49-25,-50 0</inkml:trace>
  <inkml:trace contextRef="#ctx0" brushRef="#br0" timeOffset="25751.5397">12055 10964,'0'0,"0"49,0 1,0-1,50-24,-25 25,49 0,-24-26,-1 1,26-25,24 25,25-25,-25 0,-24 0,-1 0,-24 0,24 0,-24-25,-25 25,-1-25,-24 1,25-1,0-50,-25 50,0-24,0-26,0 1,0 24,0-24,0 0,0-50,0 0,-25 24,0 26,1 0,-1-1,25 26,-25-1,-25 0,50 25,-24 25,-1 0,0 0,0 0,0 0,-24 0,24 0,0 0,-49 25,24 25,1-25,-1 0,0 24,-74 1,75-1,-26 1,-24 49,49-49,-49 49,74-74,-24 49,24 1,25-26,0 26,0-51,0 26,0-25,0 24,0-24,50 0,24 0,0-25,50 0,0 0,0 0,25 0,-74 0,-1 0,-49 0,0 0</inkml:trace>
  <inkml:trace contextRef="#ctx0" brushRef="#br0" timeOffset="34902.4289">15602 9599,'0'0,"-24"0,-26 25,25 0,-24-25,24 25,0 0,-25-1,26 1,-1 0,-25 25,50-26,0 1,-25 25,25-25,-24 24,24 26,0-26,0 26,0-26,0 51,49-1,1-25,-1 1,1-1,49 0,-49 1,-1-50,26-1,24 26,0-50,1 25,-26-25,25 0,-24 0,-26 0,1 0,-1-25,-24 25,25-50,-1 1,-24 24,0 0,-25-24,0 24,25-25,-25 25,0-24,0 24,0-25,0 1,0-1,0 25,0-49,-25 24,0-24,-24 0,24-26,-25 1,1 25,-26-26,26 26,-26-25,26 24,-26 1,50 49,-24 25,24 0,0 0,-24 0,24 25,-25 0,1 24,-51-24,26 25,49-50,-49 25,49-1,-25 1,25 0,1-25,-1 25,25 0,-25-25,0 24,25 1,0 0,0 0,25-25,0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548680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第十七章 电子电路中的反馈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212976"/>
            <a:ext cx="1613267" cy="285293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628800"/>
            <a:ext cx="2589752" cy="3453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63470" y="611901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7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32655"/>
            <a:ext cx="9584675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负反馈和</a:t>
            </a:r>
            <a:r>
              <a:rPr lang="zh-CN" altLang="en-US" sz="2400" dirty="0" smtClean="0"/>
              <a:t>正反馈的</a:t>
            </a:r>
            <a:r>
              <a:rPr lang="zh-CN" altLang="en-US" sz="2400" dirty="0" smtClean="0"/>
              <a:t>判断方法：瞬时极性法</a:t>
            </a:r>
            <a:endParaRPr lang="en-US" altLang="zh-CN" sz="2400" dirty="0" smtClean="0"/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）设</a:t>
            </a:r>
            <a:r>
              <a:rPr lang="en-US" altLang="zh-CN" sz="2400" dirty="0" smtClean="0"/>
              <a:t>u</a:t>
            </a:r>
            <a:r>
              <a:rPr lang="en-US" altLang="zh-CN" sz="2400" baseline="-25000" dirty="0" smtClean="0"/>
              <a:t>I</a:t>
            </a:r>
            <a:r>
              <a:rPr lang="en-US" altLang="zh-CN" sz="2400" dirty="0" smtClean="0"/>
              <a:t>﹥0</a:t>
            </a:r>
            <a:r>
              <a:rPr lang="zh-CN" altLang="en-US" sz="2400" dirty="0" smtClean="0"/>
              <a:t>，同相输入端的极性为正，</a:t>
            </a:r>
            <a:r>
              <a:rPr lang="zh-CN" altLang="en-US" sz="2400" dirty="0"/>
              <a:t>输出</a:t>
            </a:r>
            <a:r>
              <a:rPr lang="zh-CN" altLang="en-US" sz="2400" dirty="0" smtClean="0"/>
              <a:t>端的极性也为正，</a:t>
            </a:r>
            <a:r>
              <a:rPr lang="en-US" altLang="zh-CN" sz="2400" dirty="0" smtClean="0"/>
              <a:t>u</a:t>
            </a:r>
            <a:r>
              <a:rPr lang="en-US" altLang="zh-CN" sz="2400" baseline="-25000" dirty="0" smtClean="0"/>
              <a:t>0</a:t>
            </a:r>
            <a:r>
              <a:rPr lang="zh-CN" altLang="en-US" sz="2400" dirty="0" smtClean="0"/>
              <a:t>经过</a:t>
            </a:r>
            <a:endParaRPr lang="en-US" altLang="zh-CN" sz="2400" dirty="0" smtClean="0"/>
          </a:p>
          <a:p>
            <a:r>
              <a:rPr lang="en-US" altLang="zh-CN" sz="2400" dirty="0" smtClean="0"/>
              <a:t>R</a:t>
            </a:r>
            <a:r>
              <a:rPr lang="en-US" altLang="zh-CN" sz="2400" baseline="-25000" dirty="0" smtClean="0"/>
              <a:t>F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R</a:t>
            </a:r>
            <a:r>
              <a:rPr lang="en-US" altLang="zh-CN" sz="2400" baseline="-25000" dirty="0" smtClean="0"/>
              <a:t>1</a:t>
            </a:r>
            <a:r>
              <a:rPr lang="zh-CN" altLang="en-US" sz="2400" dirty="0" smtClean="0"/>
              <a:t>的分压作用，在</a:t>
            </a:r>
            <a:r>
              <a:rPr lang="en-US" altLang="zh-CN" sz="2400" dirty="0" smtClean="0"/>
              <a:t>R</a:t>
            </a:r>
            <a:r>
              <a:rPr lang="en-US" altLang="zh-CN" sz="2400" baseline="-25000" dirty="0" smtClean="0"/>
              <a:t>1</a:t>
            </a:r>
            <a:r>
              <a:rPr lang="zh-CN" altLang="en-US" sz="2400" dirty="0" smtClean="0"/>
              <a:t>上得到了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F</a:t>
            </a:r>
            <a:r>
              <a:rPr lang="zh-CN" altLang="en-US" sz="2400" dirty="0" smtClean="0"/>
              <a:t>，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它减小了净输入电压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D</a:t>
            </a:r>
            <a:endParaRPr lang="en-US" altLang="zh-CN" sz="2400" baseline="-25000" dirty="0" smtClean="0"/>
          </a:p>
          <a:p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F</a:t>
            </a:r>
            <a:r>
              <a:rPr lang="en-US" altLang="zh-CN" sz="2400" dirty="0" err="1" smtClean="0"/>
              <a:t>+u</a:t>
            </a:r>
            <a:r>
              <a:rPr lang="en-US" altLang="zh-CN" sz="2400" baseline="-25000" dirty="0" err="1" smtClean="0"/>
              <a:t>D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I</a:t>
            </a:r>
            <a:r>
              <a:rPr lang="zh-CN" altLang="en-US" sz="2400" baseline="-25000" dirty="0" smtClean="0"/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D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I</a:t>
            </a:r>
            <a:r>
              <a:rPr lang="en-US" altLang="zh-CN" sz="2400" dirty="0" err="1" smtClean="0"/>
              <a:t>-u</a:t>
            </a:r>
            <a:r>
              <a:rPr lang="en-US" altLang="zh-CN" sz="2400" baseline="-25000" dirty="0" err="1" smtClean="0"/>
              <a:t>F</a:t>
            </a:r>
            <a:r>
              <a:rPr lang="zh-CN" altLang="en-US" sz="2400" baseline="-25000" dirty="0" smtClean="0"/>
              <a:t>，</a:t>
            </a:r>
            <a:endParaRPr lang="en-US" altLang="zh-CN" sz="2400" baseline="-25000" dirty="0" smtClean="0"/>
          </a:p>
          <a:p>
            <a:endParaRPr lang="en-US" altLang="zh-CN" sz="2400" baseline="-25000" dirty="0"/>
          </a:p>
          <a:p>
            <a:endParaRPr lang="en-US" altLang="zh-CN" sz="2400" baseline="-25000" dirty="0" smtClean="0"/>
          </a:p>
          <a:p>
            <a:endParaRPr lang="en-US" altLang="zh-CN" sz="2400" baseline="-25000" dirty="0"/>
          </a:p>
          <a:p>
            <a:endParaRPr lang="en-US" altLang="zh-CN" sz="2400" baseline="-25000" dirty="0" smtClean="0"/>
          </a:p>
          <a:p>
            <a:endParaRPr lang="en-US" altLang="zh-CN" sz="2400" baseline="-25000" dirty="0"/>
          </a:p>
          <a:p>
            <a:endParaRPr lang="en-US" altLang="zh-CN" sz="2400" baseline="-25000" dirty="0" smtClean="0"/>
          </a:p>
          <a:p>
            <a:endParaRPr lang="en-US" altLang="zh-CN" sz="2400" baseline="-25000" dirty="0"/>
          </a:p>
          <a:p>
            <a:endParaRPr lang="en-US" altLang="zh-CN" sz="2400" baseline="-25000" dirty="0" smtClean="0"/>
          </a:p>
          <a:p>
            <a:endParaRPr lang="en-US" altLang="zh-CN" sz="2400" baseline="-25000" dirty="0"/>
          </a:p>
          <a:p>
            <a:endParaRPr lang="en-US" altLang="zh-CN" sz="2400" baseline="-25000" dirty="0" smtClean="0"/>
          </a:p>
          <a:p>
            <a:endParaRPr lang="en-US" altLang="zh-CN" sz="2400" baseline="-25000" dirty="0"/>
          </a:p>
          <a:p>
            <a:endParaRPr lang="en-US" altLang="zh-CN" sz="2400" baseline="-25000" dirty="0" smtClean="0"/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）设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I</a:t>
            </a:r>
            <a:r>
              <a:rPr lang="zh-CN" altLang="en-US" sz="2400" dirty="0" smtClean="0"/>
              <a:t>是正时，反相输入端的瞬时极性是正，</a:t>
            </a:r>
            <a:r>
              <a:rPr lang="zh-CN" altLang="en-US" sz="2400" dirty="0"/>
              <a:t>输出</a:t>
            </a:r>
            <a:r>
              <a:rPr lang="zh-CN" altLang="en-US" sz="2400" dirty="0" smtClean="0"/>
              <a:t>端的瞬时极性</a:t>
            </a:r>
            <a:endParaRPr lang="en-US" altLang="zh-CN" sz="2400" dirty="0" smtClean="0"/>
          </a:p>
          <a:p>
            <a:r>
              <a:rPr lang="zh-CN" altLang="en-US" sz="2400" dirty="0" smtClean="0"/>
              <a:t>是负的，</a:t>
            </a:r>
            <a:r>
              <a:rPr lang="en-US" altLang="zh-CN" sz="2400" dirty="0"/>
              <a:t> u</a:t>
            </a:r>
            <a:r>
              <a:rPr lang="en-US" altLang="zh-CN" sz="2400" baseline="-25000" dirty="0"/>
              <a:t>0</a:t>
            </a:r>
            <a:r>
              <a:rPr lang="zh-CN" altLang="en-US" sz="2400" dirty="0" smtClean="0"/>
              <a:t>经过</a:t>
            </a:r>
            <a:r>
              <a:rPr lang="en-US" altLang="zh-CN" sz="2400" dirty="0" smtClean="0"/>
              <a:t>R</a:t>
            </a:r>
            <a:r>
              <a:rPr lang="en-US" altLang="zh-CN" sz="2400" baseline="-25000" dirty="0" smtClean="0"/>
              <a:t>F</a:t>
            </a:r>
            <a:r>
              <a:rPr lang="zh-CN" altLang="en-US" sz="2400" dirty="0"/>
              <a:t>和</a:t>
            </a:r>
            <a:r>
              <a:rPr lang="en-US" altLang="zh-CN" sz="2400" dirty="0" smtClean="0"/>
              <a:t>R</a:t>
            </a:r>
            <a:r>
              <a:rPr lang="en-US" altLang="zh-CN" sz="2400" baseline="-25000" dirty="0" smtClean="0"/>
              <a:t>2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分压作用，在</a:t>
            </a:r>
            <a:r>
              <a:rPr lang="en-US" altLang="zh-CN" sz="2400" dirty="0" smtClean="0"/>
              <a:t>R</a:t>
            </a:r>
            <a:r>
              <a:rPr lang="en-US" altLang="zh-CN" sz="2400" baseline="-25000" dirty="0" smtClean="0"/>
              <a:t>2</a:t>
            </a:r>
            <a:r>
              <a:rPr lang="zh-CN" altLang="en-US" sz="2400" dirty="0" smtClean="0"/>
              <a:t>上</a:t>
            </a:r>
            <a:r>
              <a:rPr lang="zh-CN" altLang="en-US" sz="2400" dirty="0"/>
              <a:t>得到了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F</a:t>
            </a:r>
            <a:r>
              <a:rPr lang="zh-CN" altLang="en-US" sz="2400" baseline="-25000" dirty="0" smtClean="0"/>
              <a:t>，</a:t>
            </a:r>
            <a:r>
              <a:rPr lang="zh-CN" altLang="en-US" sz="2400" dirty="0" smtClean="0"/>
              <a:t>它使净输入电</a:t>
            </a:r>
            <a:endParaRPr lang="en-US" altLang="zh-CN" sz="2400" dirty="0" smtClean="0"/>
          </a:p>
          <a:p>
            <a:r>
              <a:rPr lang="zh-CN" altLang="en-US" sz="2400" dirty="0" smtClean="0"/>
              <a:t>压增大了，正反馈</a:t>
            </a:r>
            <a:endParaRPr lang="en-US" altLang="zh-CN" sz="2400" dirty="0" smtClean="0"/>
          </a:p>
          <a:p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I</a:t>
            </a:r>
            <a:r>
              <a:rPr lang="en-US" altLang="zh-CN" sz="2400" dirty="0" err="1" smtClean="0"/>
              <a:t>+u</a:t>
            </a:r>
            <a:r>
              <a:rPr lang="en-US" altLang="zh-CN" sz="2400" baseline="-25000" dirty="0" err="1" smtClean="0"/>
              <a:t>D</a:t>
            </a:r>
            <a:r>
              <a:rPr lang="en-US" altLang="zh-CN" sz="2400" dirty="0" err="1" smtClean="0"/>
              <a:t>-u</a:t>
            </a:r>
            <a:r>
              <a:rPr lang="en-US" altLang="zh-CN" sz="2400" baseline="-25000" dirty="0" err="1" smtClean="0"/>
              <a:t>F</a:t>
            </a:r>
            <a:r>
              <a:rPr lang="en-US" altLang="zh-CN" sz="2400" dirty="0" smtClean="0"/>
              <a:t>=0</a:t>
            </a:r>
            <a:r>
              <a:rPr lang="zh-CN" altLang="en-US" sz="2400" dirty="0" smtClean="0"/>
              <a:t>，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D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u</a:t>
            </a:r>
            <a:r>
              <a:rPr lang="en-US" altLang="zh-CN" sz="2400" baseline="-25000" dirty="0" err="1" smtClean="0"/>
              <a:t>I</a:t>
            </a:r>
            <a:r>
              <a:rPr lang="en-US" altLang="zh-CN" sz="2400" dirty="0" err="1" smtClean="0"/>
              <a:t>+u</a:t>
            </a:r>
            <a:r>
              <a:rPr lang="en-US" altLang="zh-CN" sz="2400" baseline="-25000" dirty="0" err="1" smtClean="0"/>
              <a:t>F</a:t>
            </a:r>
            <a:endParaRPr lang="zh-CN" altLang="en-US" sz="2400" baseline="-25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1" t="32699" r="18414" b="26878"/>
          <a:stretch/>
        </p:blipFill>
        <p:spPr>
          <a:xfrm>
            <a:off x="107504" y="1902315"/>
            <a:ext cx="6691085" cy="27722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20" y="3288430"/>
            <a:ext cx="69910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对于单级运放而言，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凡是反馈电路从输出端引回反相输入端的为负反馈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</a:rPr>
              <a:t>反馈电路引回到同相输入端的为正反馈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墨迹 4"/>
              <p14:cNvContentPartPr/>
              <p14:nvPr/>
            </p14:nvContentPartPr>
            <p14:xfrm>
              <a:off x="893160" y="133920"/>
              <a:ext cx="7385040" cy="439380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800" y="124560"/>
                <a:ext cx="7403760" cy="441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794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1846" y="188640"/>
            <a:ext cx="909896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结论：</a:t>
            </a:r>
            <a:endParaRPr lang="en-US" altLang="zh-CN" sz="2000" dirty="0" smtClean="0"/>
          </a:p>
          <a:p>
            <a:r>
              <a:rPr lang="en-US" altLang="zh-CN" sz="2000" dirty="0" smtClean="0"/>
              <a:t>1.</a:t>
            </a:r>
            <a:r>
              <a:rPr lang="zh-CN" altLang="en-US" sz="2000" dirty="0" smtClean="0"/>
              <a:t>反馈电路直接从输出端引出的，是电压反馈；</a:t>
            </a:r>
            <a:endParaRPr lang="en-US" altLang="zh-CN" sz="2000" dirty="0" smtClean="0"/>
          </a:p>
          <a:p>
            <a:r>
              <a:rPr lang="zh-CN" altLang="en-US" sz="2000" dirty="0" smtClean="0"/>
              <a:t>从负载电阻</a:t>
            </a:r>
            <a:r>
              <a:rPr lang="en-US" altLang="zh-CN" sz="2000" dirty="0" smtClean="0"/>
              <a:t>RL</a:t>
            </a:r>
            <a:r>
              <a:rPr lang="zh-CN" altLang="en-US" sz="2000" dirty="0" smtClean="0"/>
              <a:t>靠近“地”端引出的，是电流反馈。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2.</a:t>
            </a:r>
            <a:r>
              <a:rPr lang="zh-CN" altLang="en-US" sz="2000" dirty="0" smtClean="0"/>
              <a:t>输入信号和输出信号分别加在两个输入端（同相和反相）上的，是串联反馈；</a:t>
            </a:r>
            <a:endParaRPr lang="en-US" altLang="zh-CN" sz="2000" dirty="0" smtClean="0"/>
          </a:p>
          <a:p>
            <a:r>
              <a:rPr lang="zh-CN" altLang="en-US" sz="2000" dirty="0"/>
              <a:t>加</a:t>
            </a:r>
            <a:r>
              <a:rPr lang="zh-CN" altLang="en-US" sz="2000" dirty="0" smtClean="0"/>
              <a:t>在同一个输入端（同相或反相）上的，是并联反馈。</a:t>
            </a:r>
            <a:endParaRPr lang="en-US" altLang="zh-CN" sz="2000" dirty="0" smtClean="0"/>
          </a:p>
          <a:p>
            <a:r>
              <a:rPr lang="en-US" altLang="zh-CN" sz="2000" dirty="0" smtClean="0"/>
              <a:t>3.</a:t>
            </a:r>
            <a:r>
              <a:rPr lang="zh-CN" altLang="en-US" sz="2000" dirty="0" smtClean="0"/>
              <a:t>反馈信号是净输入减小的，是负反馈</a:t>
            </a:r>
            <a:endParaRPr lang="en-US" altLang="zh-CN" sz="2000" dirty="0" smtClean="0"/>
          </a:p>
          <a:p>
            <a:r>
              <a:rPr lang="zh-CN" altLang="en-US" sz="2000" dirty="0" smtClean="0"/>
              <a:t>（</a:t>
            </a:r>
            <a:r>
              <a:rPr lang="zh-CN" altLang="en-US" sz="2000" dirty="0"/>
              <a:t>对于单级运放而言，</a:t>
            </a:r>
            <a:endParaRPr lang="en-US" altLang="zh-CN" sz="2000" dirty="0"/>
          </a:p>
          <a:p>
            <a:r>
              <a:rPr lang="zh-CN" altLang="en-US" sz="2000" dirty="0"/>
              <a:t>凡是反馈电路从输出端引回反相输入端的为负反馈</a:t>
            </a:r>
            <a:endParaRPr lang="en-US" altLang="zh-CN" sz="2000" dirty="0"/>
          </a:p>
          <a:p>
            <a:r>
              <a:rPr lang="zh-CN" altLang="en-US" sz="2000" dirty="0"/>
              <a:t>反馈电路引回到同相输入端的为</a:t>
            </a:r>
            <a:r>
              <a:rPr lang="zh-CN" altLang="en-US" sz="2000" dirty="0" smtClean="0"/>
              <a:t>正反馈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/>
              <p14:cNvContentPartPr/>
              <p14:nvPr/>
            </p14:nvContentPartPr>
            <p14:xfrm>
              <a:off x="5759640" y="294840"/>
              <a:ext cx="2072160" cy="839520"/>
            </p14:xfrm>
          </p:contentPart>
        </mc:Choice>
        <mc:Fallback xmlns="">
          <p:pic>
            <p:nvPicPr>
              <p:cNvPr id="3" name="墨迹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50280" y="285480"/>
                <a:ext cx="2090880" cy="8582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/>
          <p:cNvSpPr txBox="1"/>
          <p:nvPr/>
        </p:nvSpPr>
        <p:spPr>
          <a:xfrm>
            <a:off x="6300192" y="11017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电压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80312" y="11017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电流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/>
              <p14:cNvContentPartPr/>
              <p14:nvPr/>
            </p14:nvContentPartPr>
            <p14:xfrm>
              <a:off x="133920" y="9000"/>
              <a:ext cx="7679880" cy="3357720"/>
            </p14:xfrm>
          </p:contentPart>
        </mc:Choice>
        <mc:Fallback>
          <p:pic>
            <p:nvPicPr>
              <p:cNvPr id="6" name="墨迹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560" y="-360"/>
                <a:ext cx="7698600" cy="337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204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04664"/>
            <a:ext cx="48013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负反馈对放大电路工作性能的影响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降低放大倍数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提高放大倍数的稳定性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改善波形失真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 smtClean="0"/>
              <a:t>对放大电路输入电阻的影响（输入电阻低）</a:t>
            </a:r>
            <a:endParaRPr lang="en-US" altLang="zh-CN" dirty="0" smtClean="0"/>
          </a:p>
          <a:p>
            <a:r>
              <a:rPr lang="en-US" altLang="zh-CN" dirty="0" smtClean="0"/>
              <a:t>6.</a:t>
            </a:r>
            <a:r>
              <a:rPr lang="zh-CN" altLang="en-US" dirty="0" smtClean="0"/>
              <a:t>对放大电路输出电阻的影响</a:t>
            </a:r>
            <a:endParaRPr lang="en-US" altLang="zh-CN" dirty="0" smtClean="0"/>
          </a:p>
          <a:p>
            <a:r>
              <a:rPr lang="zh-CN" altLang="en-US" dirty="0" smtClean="0"/>
              <a:t>电压反馈，有恒压输出的特性，输出电阻很低</a:t>
            </a:r>
            <a:endParaRPr lang="en-US" altLang="zh-CN" dirty="0" smtClean="0"/>
          </a:p>
          <a:p>
            <a:r>
              <a:rPr lang="zh-CN" altLang="en-US" dirty="0" smtClean="0"/>
              <a:t>电流反馈，有恒流输出的特性，输出电阻很高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590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61" r="18889" b="1"/>
          <a:stretch/>
        </p:blipFill>
        <p:spPr>
          <a:xfrm>
            <a:off x="-8880" y="0"/>
            <a:ext cx="7416800" cy="304074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47" r="25397" b="27618"/>
          <a:stretch/>
        </p:blipFill>
        <p:spPr>
          <a:xfrm>
            <a:off x="-8880" y="3040742"/>
            <a:ext cx="6821714" cy="27867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821520" y="669600"/>
              <a:ext cx="5144040" cy="340272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2160" y="660240"/>
                <a:ext cx="5162760" cy="342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352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99" r="24762" b="34550"/>
          <a:stretch/>
        </p:blipFill>
        <p:spPr>
          <a:xfrm>
            <a:off x="-1" y="0"/>
            <a:ext cx="10583408" cy="36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5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343</Words>
  <Application>Microsoft Office PowerPoint</Application>
  <PresentationFormat>全屏显示(4:3)</PresentationFormat>
  <Paragraphs>45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第十七章 电子电路中的反馈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第十七章 电子电路中的反馈</dc:title>
  <dc:creator>Administrator</dc:creator>
  <cp:lastModifiedBy>China</cp:lastModifiedBy>
  <cp:revision>9</cp:revision>
  <dcterms:created xsi:type="dcterms:W3CDTF">2018-01-21T09:44:48Z</dcterms:created>
  <dcterms:modified xsi:type="dcterms:W3CDTF">2018-01-24T03:33:36Z</dcterms:modified>
</cp:coreProperties>
</file>